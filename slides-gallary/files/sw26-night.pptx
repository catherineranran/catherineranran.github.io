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19"/>
  </p:notesMasterIdLst>
  <p:sldIdLst>
    <p:sldId id="301" r:id="rId2"/>
    <p:sldId id="277" r:id="rId3"/>
    <p:sldId id="278" r:id="rId4"/>
    <p:sldId id="285" r:id="rId5"/>
    <p:sldId id="286" r:id="rId6"/>
    <p:sldId id="280" r:id="rId7"/>
    <p:sldId id="299" r:id="rId8"/>
    <p:sldId id="300" r:id="rId9"/>
    <p:sldId id="283" r:id="rId10"/>
    <p:sldId id="284" r:id="rId11"/>
    <p:sldId id="292" r:id="rId12"/>
    <p:sldId id="293" r:id="rId13"/>
    <p:sldId id="294" r:id="rId14"/>
    <p:sldId id="296" r:id="rId15"/>
    <p:sldId id="297" r:id="rId16"/>
    <p:sldId id="291" r:id="rId17"/>
    <p:sldId id="287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72" userDrawn="1">
          <p15:clr>
            <a:srgbClr val="A4A3A4"/>
          </p15:clr>
        </p15:guide>
        <p15:guide id="2" pos="63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220D2-4C04-5944-A3AA-FC0495C92DC3}" v="332" dt="2026-09-02T14:35:02.1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28"/>
    <p:restoredTop sz="94655"/>
  </p:normalViewPr>
  <p:slideViewPr>
    <p:cSldViewPr>
      <p:cViewPr>
        <p:scale>
          <a:sx n="81" d="100"/>
          <a:sy n="81" d="100"/>
        </p:scale>
        <p:origin x="4416" y="1528"/>
      </p:cViewPr>
      <p:guideLst>
        <p:guide orient="horz" pos="272"/>
        <p:guide pos="63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35" d="100"/>
          <a:sy n="135" d="100"/>
        </p:scale>
        <p:origin x="504" y="200"/>
      </p:cViewPr>
      <p:guideLst>
        <p:guide orient="horz" pos="3562"/>
        <p:guide pos="63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ika Kiefer" userId="c292bd1e-1f25-4e89-adaa-eec436161fa0" providerId="ADAL" clId="{0B5441B2-F1A8-5CC7-81B5-EDE25064ADC8}"/>
    <pc:docChg chg="undo redo custSel addSld delSld modSld sldOrd addMainMaster delMainMaster modMainMaster addSection delSection">
      <pc:chgData name="Annika Kiefer" userId="c292bd1e-1f25-4e89-adaa-eec436161fa0" providerId="ADAL" clId="{0B5441B2-F1A8-5CC7-81B5-EDE25064ADC8}" dt="2026-09-02T14:47:46.763" v="4343" actId="2696"/>
      <pc:docMkLst>
        <pc:docMk/>
      </pc:docMkLst>
      <pc:sldChg chg="addSp delSp modSp del mod modClrScheme chgLayout">
        <pc:chgData name="Annika Kiefer" userId="c292bd1e-1f25-4e89-adaa-eec436161fa0" providerId="ADAL" clId="{0B5441B2-F1A8-5CC7-81B5-EDE25064ADC8}" dt="2026-09-01T15:24:27.899" v="2788" actId="2696"/>
        <pc:sldMkLst>
          <pc:docMk/>
          <pc:sldMk cId="0" sldId="256"/>
        </pc:sldMkLst>
        <pc:spChg chg="del mod">
          <ac:chgData name="Annika Kiefer" userId="c292bd1e-1f25-4e89-adaa-eec436161fa0" providerId="ADAL" clId="{0B5441B2-F1A8-5CC7-81B5-EDE25064ADC8}" dt="2026-09-01T12:36:28.293" v="2087" actId="478"/>
          <ac:spMkLst>
            <pc:docMk/>
            <pc:sldMk cId="0" sldId="256"/>
            <ac:spMk id="8" creationId="{00000000-0000-0000-0000-000000000000}"/>
          </ac:spMkLst>
        </pc:spChg>
        <pc:spChg chg="add del mod ord">
          <ac:chgData name="Annika Kiefer" userId="c292bd1e-1f25-4e89-adaa-eec436161fa0" providerId="ADAL" clId="{0B5441B2-F1A8-5CC7-81B5-EDE25064ADC8}" dt="2026-09-01T12:11:50.666" v="1714" actId="700"/>
          <ac:spMkLst>
            <pc:docMk/>
            <pc:sldMk cId="0" sldId="256"/>
            <ac:spMk id="9" creationId="{6B265CCD-F5AB-66F8-5D75-E5D4365D0F80}"/>
          </ac:spMkLst>
        </pc:spChg>
        <pc:spChg chg="add del mod ord">
          <ac:chgData name="Annika Kiefer" userId="c292bd1e-1f25-4e89-adaa-eec436161fa0" providerId="ADAL" clId="{0B5441B2-F1A8-5CC7-81B5-EDE25064ADC8}" dt="2026-09-01T12:11:50.666" v="1714" actId="700"/>
          <ac:spMkLst>
            <pc:docMk/>
            <pc:sldMk cId="0" sldId="256"/>
            <ac:spMk id="10" creationId="{40CD45E9-53D1-B2DE-B31F-96A0AC97DFEA}"/>
          </ac:spMkLst>
        </pc:spChg>
        <pc:spChg chg="add del mod">
          <ac:chgData name="Annika Kiefer" userId="c292bd1e-1f25-4e89-adaa-eec436161fa0" providerId="ADAL" clId="{0B5441B2-F1A8-5CC7-81B5-EDE25064ADC8}" dt="2026-09-01T12:18:57.881" v="1775"/>
          <ac:spMkLst>
            <pc:docMk/>
            <pc:sldMk cId="0" sldId="256"/>
            <ac:spMk id="11" creationId="{AC3E9F3D-A174-7E09-3F13-75F4C0FAD270}"/>
          </ac:spMkLst>
        </pc:spChg>
        <pc:spChg chg="add del mod">
          <ac:chgData name="Annika Kiefer" userId="c292bd1e-1f25-4e89-adaa-eec436161fa0" providerId="ADAL" clId="{0B5441B2-F1A8-5CC7-81B5-EDE25064ADC8}" dt="2026-09-01T12:22:43.831" v="1830" actId="478"/>
          <ac:spMkLst>
            <pc:docMk/>
            <pc:sldMk cId="0" sldId="256"/>
            <ac:spMk id="12" creationId="{1FFF69FC-3E75-F06F-AD0B-F1C76AD7FC20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3" creationId="{072D492B-4624-E6DE-5466-7AE0B7EC2BA1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4" creationId="{0AE59EF3-1C14-510E-4C6E-9B9A71322458}"/>
          </ac:spMkLst>
        </pc:spChg>
        <pc:spChg chg="add del mod">
          <ac:chgData name="Annika Kiefer" userId="c292bd1e-1f25-4e89-adaa-eec436161fa0" providerId="ADAL" clId="{0B5441B2-F1A8-5CC7-81B5-EDE25064ADC8}" dt="2026-09-01T12:25:02.600" v="1873" actId="478"/>
          <ac:spMkLst>
            <pc:docMk/>
            <pc:sldMk cId="0" sldId="256"/>
            <ac:spMk id="15" creationId="{5BC73ABB-8D76-D6F7-4331-29EE91023760}"/>
          </ac:spMkLst>
        </pc:spChg>
        <pc:spChg chg="add del mod">
          <ac:chgData name="Annika Kiefer" userId="c292bd1e-1f25-4e89-adaa-eec436161fa0" providerId="ADAL" clId="{0B5441B2-F1A8-5CC7-81B5-EDE25064ADC8}" dt="2026-09-01T12:25:00.871" v="1872" actId="478"/>
          <ac:spMkLst>
            <pc:docMk/>
            <pc:sldMk cId="0" sldId="256"/>
            <ac:spMk id="16" creationId="{78CED740-B898-AA72-46FD-95B7AC404CBE}"/>
          </ac:spMkLst>
        </pc:spChg>
        <pc:spChg chg="add del mod">
          <ac:chgData name="Annika Kiefer" userId="c292bd1e-1f25-4e89-adaa-eec436161fa0" providerId="ADAL" clId="{0B5441B2-F1A8-5CC7-81B5-EDE25064ADC8}" dt="2026-09-01T12:24:37.226" v="1866" actId="478"/>
          <ac:spMkLst>
            <pc:docMk/>
            <pc:sldMk cId="0" sldId="256"/>
            <ac:spMk id="17" creationId="{AE4F922A-7DE3-F93D-452C-219A98D61125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8" creationId="{B9F9920B-E649-D8EF-A4A6-6BEC9EB5927C}"/>
          </ac:spMkLst>
        </pc:spChg>
        <pc:spChg chg="add del mod">
          <ac:chgData name="Annika Kiefer" userId="c292bd1e-1f25-4e89-adaa-eec436161fa0" providerId="ADAL" clId="{0B5441B2-F1A8-5CC7-81B5-EDE25064ADC8}" dt="2026-09-01T12:24:40.224" v="1868" actId="478"/>
          <ac:spMkLst>
            <pc:docMk/>
            <pc:sldMk cId="0" sldId="256"/>
            <ac:spMk id="19" creationId="{DAEB7EE7-0124-3966-835F-6BFA3350CDF6}"/>
          </ac:spMkLst>
        </pc:spChg>
        <pc:spChg chg="add del mod">
          <ac:chgData name="Annika Kiefer" userId="c292bd1e-1f25-4e89-adaa-eec436161fa0" providerId="ADAL" clId="{0B5441B2-F1A8-5CC7-81B5-EDE25064ADC8}" dt="2026-09-01T12:24:58.973" v="1871" actId="478"/>
          <ac:spMkLst>
            <pc:docMk/>
            <pc:sldMk cId="0" sldId="256"/>
            <ac:spMk id="20" creationId="{F88D3664-7010-8F79-9B7D-C4065F7DFFF8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21" creationId="{85E997C6-3547-B3B8-D8D4-F32E3885EF8F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22" creationId="{3433D3F1-9A3C-8E8C-F88A-223913BB83BE}"/>
          </ac:spMkLst>
        </pc:spChg>
        <pc:spChg chg="add del mod">
          <ac:chgData name="Annika Kiefer" userId="c292bd1e-1f25-4e89-adaa-eec436161fa0" providerId="ADAL" clId="{0B5441B2-F1A8-5CC7-81B5-EDE25064ADC8}" dt="2026-09-01T12:36:30.375" v="2089" actId="478"/>
          <ac:spMkLst>
            <pc:docMk/>
            <pc:sldMk cId="0" sldId="256"/>
            <ac:spMk id="33" creationId="{C66B6CBB-D652-9064-FA6F-DB594538FDF3}"/>
          </ac:spMkLst>
        </pc:spChg>
        <pc:spChg chg="add del mod">
          <ac:chgData name="Annika Kiefer" userId="c292bd1e-1f25-4e89-adaa-eec436161fa0" providerId="ADAL" clId="{0B5441B2-F1A8-5CC7-81B5-EDE25064ADC8}" dt="2026-09-01T12:36:33.084" v="2091" actId="478"/>
          <ac:spMkLst>
            <pc:docMk/>
            <pc:sldMk cId="0" sldId="256"/>
            <ac:spMk id="34" creationId="{A74A0B01-3CB2-F048-B54A-B5A59250300E}"/>
          </ac:spMkLst>
        </pc:spChg>
        <pc:spChg chg="add mod">
          <ac:chgData name="Annika Kiefer" userId="c292bd1e-1f25-4e89-adaa-eec436161fa0" providerId="ADAL" clId="{0B5441B2-F1A8-5CC7-81B5-EDE25064ADC8}" dt="2026-09-01T12:36:37.499" v="2092"/>
          <ac:spMkLst>
            <pc:docMk/>
            <pc:sldMk cId="0" sldId="256"/>
            <ac:spMk id="35" creationId="{E7728F6E-4A7E-7231-95BE-6C257820C9E6}"/>
          </ac:spMkLst>
        </pc:spChg>
        <pc:picChg chg="del">
          <ac:chgData name="Annika Kiefer" userId="c292bd1e-1f25-4e89-adaa-eec436161fa0" providerId="ADAL" clId="{0B5441B2-F1A8-5CC7-81B5-EDE25064ADC8}" dt="2026-09-01T12:22:16.814" v="1822" actId="478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7.442" v="1823" actId="478"/>
          <ac:picMkLst>
            <pc:docMk/>
            <pc:sldMk cId="0" sldId="256"/>
            <ac:picMk id="4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7.989" v="1824" actId="478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8.562" v="1825" actId="478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9.096" v="1826" actId="478"/>
          <ac:picMkLst>
            <pc:docMk/>
            <pc:sldMk cId="0" sldId="256"/>
            <ac:picMk id="7" creationId="{00000000-0000-0000-0000-000000000000}"/>
          </ac:picMkLst>
        </pc:picChg>
        <pc:picChg chg="add del mod">
          <ac:chgData name="Annika Kiefer" userId="c292bd1e-1f25-4e89-adaa-eec436161fa0" providerId="ADAL" clId="{0B5441B2-F1A8-5CC7-81B5-EDE25064ADC8}" dt="2026-09-01T12:32:08.675" v="1895" actId="478"/>
          <ac:picMkLst>
            <pc:docMk/>
            <pc:sldMk cId="0" sldId="256"/>
            <ac:picMk id="24" creationId="{E0B6840B-903F-9DBD-8136-57DAE16904FD}"/>
          </ac:picMkLst>
        </pc:picChg>
        <pc:picChg chg="add mod">
          <ac:chgData name="Annika Kiefer" userId="c292bd1e-1f25-4e89-adaa-eec436161fa0" providerId="ADAL" clId="{0B5441B2-F1A8-5CC7-81B5-EDE25064ADC8}" dt="2026-09-01T12:31:52.193" v="1892" actId="1076"/>
          <ac:picMkLst>
            <pc:docMk/>
            <pc:sldMk cId="0" sldId="256"/>
            <ac:picMk id="25" creationId="{3C811CA8-F006-4B72-B798-8E0173BB1468}"/>
          </ac:picMkLst>
        </pc:picChg>
        <pc:picChg chg="add mod">
          <ac:chgData name="Annika Kiefer" userId="c292bd1e-1f25-4e89-adaa-eec436161fa0" providerId="ADAL" clId="{0B5441B2-F1A8-5CC7-81B5-EDE25064ADC8}" dt="2026-09-01T12:31:52.193" v="1892" actId="1076"/>
          <ac:picMkLst>
            <pc:docMk/>
            <pc:sldMk cId="0" sldId="256"/>
            <ac:picMk id="26" creationId="{FCACE13F-339D-A524-5AEF-3240344397AC}"/>
          </ac:picMkLst>
        </pc:picChg>
        <pc:picChg chg="add del mod">
          <ac:chgData name="Annika Kiefer" userId="c292bd1e-1f25-4e89-adaa-eec436161fa0" providerId="ADAL" clId="{0B5441B2-F1A8-5CC7-81B5-EDE25064ADC8}" dt="2026-09-01T12:31:28.272" v="1888" actId="478"/>
          <ac:picMkLst>
            <pc:docMk/>
            <pc:sldMk cId="0" sldId="256"/>
            <ac:picMk id="27" creationId="{8538E77B-506D-4570-4CE1-AEE90FDA954F}"/>
          </ac:picMkLst>
        </pc:picChg>
        <pc:picChg chg="add del mod">
          <ac:chgData name="Annika Kiefer" userId="c292bd1e-1f25-4e89-adaa-eec436161fa0" providerId="ADAL" clId="{0B5441B2-F1A8-5CC7-81B5-EDE25064ADC8}" dt="2026-09-01T12:31:36.854" v="1890" actId="478"/>
          <ac:picMkLst>
            <pc:docMk/>
            <pc:sldMk cId="0" sldId="256"/>
            <ac:picMk id="28" creationId="{0B816FB5-C68C-CD0B-1C7D-4D77943066CC}"/>
          </ac:picMkLst>
        </pc:picChg>
        <pc:picChg chg="add del mod">
          <ac:chgData name="Annika Kiefer" userId="c292bd1e-1f25-4e89-adaa-eec436161fa0" providerId="ADAL" clId="{0B5441B2-F1A8-5CC7-81B5-EDE25064ADC8}" dt="2026-09-01T12:31:36.854" v="1890" actId="478"/>
          <ac:picMkLst>
            <pc:docMk/>
            <pc:sldMk cId="0" sldId="256"/>
            <ac:picMk id="29" creationId="{F7F1785E-27EA-243E-3075-02697AAC9D13}"/>
          </ac:picMkLst>
        </pc:picChg>
        <pc:picChg chg="add mod">
          <ac:chgData name="Annika Kiefer" userId="c292bd1e-1f25-4e89-adaa-eec436161fa0" providerId="ADAL" clId="{0B5441B2-F1A8-5CC7-81B5-EDE25064ADC8}" dt="2026-09-01T12:31:57.922" v="1893" actId="571"/>
          <ac:picMkLst>
            <pc:docMk/>
            <pc:sldMk cId="0" sldId="256"/>
            <ac:picMk id="30" creationId="{BEAEE4E3-D657-C042-33C8-067197263362}"/>
          </ac:picMkLst>
        </pc:picChg>
        <pc:picChg chg="add mod">
          <ac:chgData name="Annika Kiefer" userId="c292bd1e-1f25-4e89-adaa-eec436161fa0" providerId="ADAL" clId="{0B5441B2-F1A8-5CC7-81B5-EDE25064ADC8}" dt="2026-09-01T12:31:57.922" v="1893" actId="571"/>
          <ac:picMkLst>
            <pc:docMk/>
            <pc:sldMk cId="0" sldId="256"/>
            <ac:picMk id="31" creationId="{E6A51073-3BEC-7EB9-CDCC-22C81B04D487}"/>
          </ac:picMkLst>
        </pc:picChg>
        <pc:picChg chg="add mod">
          <ac:chgData name="Annika Kiefer" userId="c292bd1e-1f25-4e89-adaa-eec436161fa0" providerId="ADAL" clId="{0B5441B2-F1A8-5CC7-81B5-EDE25064ADC8}" dt="2026-09-01T12:32:04.643" v="1894" actId="571"/>
          <ac:picMkLst>
            <pc:docMk/>
            <pc:sldMk cId="0" sldId="256"/>
            <ac:picMk id="32" creationId="{5F221E84-EB59-09DF-8D81-DDE1CE1DF141}"/>
          </ac:picMkLst>
        </pc:picChg>
      </pc:sldChg>
      <pc:sldChg chg="addSp delSp modSp del mod">
        <pc:chgData name="Annika Kiefer" userId="c292bd1e-1f25-4e89-adaa-eec436161fa0" providerId="ADAL" clId="{0B5441B2-F1A8-5CC7-81B5-EDE25064ADC8}" dt="2026-09-01T12:38:33.371" v="2101" actId="2696"/>
        <pc:sldMkLst>
          <pc:docMk/>
          <pc:sldMk cId="0" sldId="257"/>
        </pc:sldMkLst>
        <pc:spChg chg="del">
          <ac:chgData name="Annika Kiefer" userId="c292bd1e-1f25-4e89-adaa-eec436161fa0" providerId="ADAL" clId="{0B5441B2-F1A8-5CC7-81B5-EDE25064ADC8}" dt="2026-09-01T12:04:01.163" v="1712" actId="47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1:42:03.862" v="1565" actId="478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1:42:05.426" v="1566" actId="478"/>
          <ac:spMkLst>
            <pc:docMk/>
            <pc:sldMk cId="0" sldId="257"/>
            <ac:spMk id="15" creationId="{74CA3819-5C1F-0D56-E317-6BB2BBDD4993}"/>
          </ac:spMkLst>
        </pc:spChg>
      </pc:sldChg>
      <pc:sldChg chg="addSp delSp modSp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0" sldId="258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58"/>
            <ac:spMk id="2" creationId="{00000000-0000-0000-0000-000000000000}"/>
          </ac:spMkLst>
        </pc:spChg>
      </pc:sldChg>
      <pc:sldChg chg="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59"/>
        </pc:sldMkLst>
      </pc:sldChg>
      <pc:sldChg chg="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0"/>
        </pc:sldMkLst>
      </pc:sldChg>
      <pc:sldChg chg="addSp delSp modSp del mod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1"/>
        </pc:sldMkLst>
        <pc:spChg chg="del mod">
          <ac:chgData name="Annika Kiefer" userId="c292bd1e-1f25-4e89-adaa-eec436161fa0" providerId="ADAL" clId="{0B5441B2-F1A8-5CC7-81B5-EDE25064ADC8}" dt="2026-09-01T11:44:30.603" v="157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1:44:34.111" v="1571" actId="1076"/>
          <ac:spMkLst>
            <pc:docMk/>
            <pc:sldMk cId="0" sldId="261"/>
            <ac:spMk id="5" creationId="{00000000-0000-0000-0000-000000000000}"/>
          </ac:spMkLst>
        </pc:spChg>
      </pc:sldChg>
      <pc:sldChg chg="modSp 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2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2"/>
            <ac:spMk id="7" creationId="{00000000-0000-0000-0000-000000000000}"/>
          </ac:spMkLst>
        </pc:spChg>
      </pc:sldChg>
      <pc:sldChg chg="modSp 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3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3"/>
            <ac:spMk id="6" creationId="{00000000-0000-0000-0000-000000000000}"/>
          </ac:spMkLst>
        </pc:spChg>
      </pc:sldChg>
      <pc:sldChg chg="addSp delSp modSp del mod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4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5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6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7"/>
        </pc:sldMkLst>
      </pc:sldChg>
      <pc:sldChg chg="modSp del">
        <pc:chgData name="Annika Kiefer" userId="c292bd1e-1f25-4e89-adaa-eec436161fa0" providerId="ADAL" clId="{0B5441B2-F1A8-5CC7-81B5-EDE25064ADC8}" dt="2026-09-01T15:24:13.277" v="2787" actId="2696"/>
        <pc:sldMkLst>
          <pc:docMk/>
          <pc:sldMk cId="0" sldId="268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8"/>
            <ac:spMk id="9" creationId="{00000000-0000-0000-0000-000000000000}"/>
          </ac:spMkLst>
        </pc:spChg>
      </pc:sldChg>
      <pc:sldChg chg="addSp delSp modSp add del mod">
        <pc:chgData name="Annika Kiefer" userId="c292bd1e-1f25-4e89-adaa-eec436161fa0" providerId="ADAL" clId="{0B5441B2-F1A8-5CC7-81B5-EDE25064ADC8}" dt="2026-09-01T16:47:00.326" v="3114" actId="2696"/>
        <pc:sldMkLst>
          <pc:docMk/>
          <pc:sldMk cId="0" sldId="269"/>
        </pc:sldMkLst>
        <pc:spChg chg="del mod">
          <ac:chgData name="Annika Kiefer" userId="c292bd1e-1f25-4e89-adaa-eec436161fa0" providerId="ADAL" clId="{0B5441B2-F1A8-5CC7-81B5-EDE25064ADC8}" dt="2026-09-01T11:44:13.017" v="1569" actId="478"/>
          <ac:spMkLst>
            <pc:docMk/>
            <pc:sldMk cId="0" sldId="269"/>
            <ac:spMk id="2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4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5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27:39.472" v="2987" actId="478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7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4:37.047" v="3013" actId="21"/>
          <ac:spMkLst>
            <pc:docMk/>
            <pc:sldMk cId="0" sldId="269"/>
            <ac:spMk id="8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9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27:39.472" v="2987" actId="478"/>
          <ac:spMkLst>
            <pc:docMk/>
            <pc:sldMk cId="0" sldId="269"/>
            <ac:spMk id="10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6:43:03.374" v="2999" actId="948"/>
          <ac:spMkLst>
            <pc:docMk/>
            <pc:sldMk cId="0" sldId="269"/>
            <ac:spMk id="13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4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5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6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1:44:08.403" v="1567" actId="1076"/>
          <ac:spMkLst>
            <pc:docMk/>
            <pc:sldMk cId="0" sldId="269"/>
            <ac:spMk id="18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9" creationId="{F9688872-F2E7-D6AF-C376-ABAD18225923}"/>
          </ac:spMkLst>
        </pc:spChg>
      </pc:sldChg>
      <pc:sldChg chg="modSp del mod">
        <pc:chgData name="Annika Kiefer" userId="c292bd1e-1f25-4e89-adaa-eec436161fa0" providerId="ADAL" clId="{0B5441B2-F1A8-5CC7-81B5-EDE25064ADC8}" dt="2026-09-01T16:47:27.215" v="3117" actId="2696"/>
        <pc:sldMkLst>
          <pc:docMk/>
          <pc:sldMk cId="0" sldId="270"/>
        </pc:sldMkLst>
        <pc:spChg chg="mod">
          <ac:chgData name="Annika Kiefer" userId="c292bd1e-1f25-4e89-adaa-eec436161fa0" providerId="ADAL" clId="{0B5441B2-F1A8-5CC7-81B5-EDE25064ADC8}" dt="2026-09-01T16:41:40.610" v="2991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6:41:40.610" v="2991" actId="1076"/>
          <ac:spMkLst>
            <pc:docMk/>
            <pc:sldMk cId="0" sldId="270"/>
            <ac:spMk id="6" creationId="{00000000-0000-0000-0000-000000000000}"/>
          </ac:spMkLst>
        </pc:spChg>
      </pc:sldChg>
      <pc:sldChg chg="addSp modSp del">
        <pc:chgData name="Annika Kiefer" userId="c292bd1e-1f25-4e89-adaa-eec436161fa0" providerId="ADAL" clId="{0B5441B2-F1A8-5CC7-81B5-EDE25064ADC8}" dt="2026-09-01T16:48:13.980" v="3138" actId="2696"/>
        <pc:sldMkLst>
          <pc:docMk/>
          <pc:sldMk cId="0" sldId="271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71"/>
            <ac:spMk id="2" creationId="{00000000-0000-0000-0000-000000000000}"/>
          </ac:spMkLst>
        </pc:spChg>
        <pc:graphicFrameChg chg="add mod">
          <ac:chgData name="Annika Kiefer" userId="c292bd1e-1f25-4e89-adaa-eec436161fa0" providerId="ADAL" clId="{0B5441B2-F1A8-5CC7-81B5-EDE25064ADC8}" dt="2026-09-01T15:23:58.968" v="2785"/>
          <ac:graphicFrameMkLst>
            <pc:docMk/>
            <pc:sldMk cId="0" sldId="271"/>
            <ac:graphicFrameMk id="4" creationId="{E9395B4F-EA47-7ECE-F6C7-203476A32A20}"/>
          </ac:graphicFrameMkLst>
        </pc:graphicFrameChg>
      </pc:sldChg>
      <pc:sldChg chg="modSp del mod">
        <pc:chgData name="Annika Kiefer" userId="c292bd1e-1f25-4e89-adaa-eec436161fa0" providerId="ADAL" clId="{0B5441B2-F1A8-5CC7-81B5-EDE25064ADC8}" dt="2026-09-01T15:24:07.471" v="2786" actId="2696"/>
        <pc:sldMkLst>
          <pc:docMk/>
          <pc:sldMk cId="0" sldId="272"/>
        </pc:sldMkLst>
      </pc:sldChg>
      <pc:sldChg chg="addSp delSp modSp new del mod">
        <pc:chgData name="Annika Kiefer" userId="c292bd1e-1f25-4e89-adaa-eec436161fa0" providerId="ADAL" clId="{0B5441B2-F1A8-5CC7-81B5-EDE25064ADC8}" dt="2026-09-01T14:35:02.271" v="2364" actId="2696"/>
        <pc:sldMkLst>
          <pc:docMk/>
          <pc:sldMk cId="264775009" sldId="273"/>
        </pc:sldMkLst>
      </pc:sldChg>
      <pc:sldChg chg="addSp delSp 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2816477154" sldId="274"/>
        </pc:sldMkLst>
        <pc:spChg chg="add del">
          <ac:chgData name="Annika Kiefer" userId="c292bd1e-1f25-4e89-adaa-eec436161fa0" providerId="ADAL" clId="{0B5441B2-F1A8-5CC7-81B5-EDE25064ADC8}" dt="2026-09-01T11:30:45.900" v="1503" actId="931"/>
          <ac:spMkLst>
            <pc:docMk/>
            <pc:sldMk cId="2816477154" sldId="274"/>
            <ac:spMk id="2" creationId="{2CE865F1-6601-BB6C-E68E-86DC0AFB3989}"/>
          </ac:spMkLst>
        </pc:spChg>
        <pc:spChg chg="mod">
          <ac:chgData name="Annika Kiefer" userId="c292bd1e-1f25-4e89-adaa-eec436161fa0" providerId="ADAL" clId="{0B5441B2-F1A8-5CC7-81B5-EDE25064ADC8}" dt="2026-09-01T12:52:07.223" v="2200" actId="20577"/>
          <ac:spMkLst>
            <pc:docMk/>
            <pc:sldMk cId="2816477154" sldId="274"/>
            <ac:spMk id="3" creationId="{F4A48E41-EDCE-64B9-BFE1-948172067B7D}"/>
          </ac:spMkLst>
        </pc:spChg>
        <pc:picChg chg="add del mod ord">
          <ac:chgData name="Annika Kiefer" userId="c292bd1e-1f25-4e89-adaa-eec436161fa0" providerId="ADAL" clId="{0B5441B2-F1A8-5CC7-81B5-EDE25064ADC8}" dt="2026-09-01T11:30:39.591" v="1502" actId="931"/>
          <ac:picMkLst>
            <pc:docMk/>
            <pc:sldMk cId="2816477154" sldId="274"/>
            <ac:picMk id="5" creationId="{E1EACEBD-D430-5BE2-E89B-8CF1939BB942}"/>
          </ac:picMkLst>
        </pc:picChg>
        <pc:picChg chg="add mod ord">
          <ac:chgData name="Annika Kiefer" userId="c292bd1e-1f25-4e89-adaa-eec436161fa0" providerId="ADAL" clId="{0B5441B2-F1A8-5CC7-81B5-EDE25064ADC8}" dt="2026-09-01T11:33:27.419" v="1532" actId="339"/>
          <ac:picMkLst>
            <pc:docMk/>
            <pc:sldMk cId="2816477154" sldId="274"/>
            <ac:picMk id="7" creationId="{EC70ED4D-A7C4-EBE9-849E-5C26403101C5}"/>
          </ac:picMkLst>
        </pc:picChg>
      </pc:sldChg>
      <pc:sldChg chg="modSp new del mod ord">
        <pc:chgData name="Annika Kiefer" userId="c292bd1e-1f25-4e89-adaa-eec436161fa0" providerId="ADAL" clId="{0B5441B2-F1A8-5CC7-81B5-EDE25064ADC8}" dt="2026-09-01T12:12:57.075" v="1760" actId="2696"/>
        <pc:sldMkLst>
          <pc:docMk/>
          <pc:sldMk cId="1602130324" sldId="275"/>
        </pc:sldMkLst>
        <pc:spChg chg="mod">
          <ac:chgData name="Annika Kiefer" userId="c292bd1e-1f25-4e89-adaa-eec436161fa0" providerId="ADAL" clId="{0B5441B2-F1A8-5CC7-81B5-EDE25064ADC8}" dt="2026-09-01T12:12:32.883" v="1759" actId="20577"/>
          <ac:spMkLst>
            <pc:docMk/>
            <pc:sldMk cId="1602130324" sldId="275"/>
            <ac:spMk id="2" creationId="{3D37C0AE-9E0E-A1AA-4715-165FFC490188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2:36:59.392" v="2093" actId="2696"/>
        <pc:sldMkLst>
          <pc:docMk/>
          <pc:sldMk cId="3759793492" sldId="275"/>
        </pc:sldMkLst>
        <pc:spChg chg="add del mod">
          <ac:chgData name="Annika Kiefer" userId="c292bd1e-1f25-4e89-adaa-eec436161fa0" providerId="ADAL" clId="{0B5441B2-F1A8-5CC7-81B5-EDE25064ADC8}" dt="2026-09-01T12:13:13.026" v="1763" actId="478"/>
          <ac:spMkLst>
            <pc:docMk/>
            <pc:sldMk cId="3759793492" sldId="275"/>
            <ac:spMk id="2" creationId="{4C303D9D-7D3A-C4AD-ECAD-08733D6AD006}"/>
          </ac:spMkLst>
        </pc:spChg>
      </pc:sldChg>
      <pc:sldChg chg="modSp add del mod modNotesTx">
        <pc:chgData name="Annika Kiefer" userId="c292bd1e-1f25-4e89-adaa-eec436161fa0" providerId="ADAL" clId="{0B5441B2-F1A8-5CC7-81B5-EDE25064ADC8}" dt="2026-09-02T12:37:13.968" v="4098" actId="2696"/>
        <pc:sldMkLst>
          <pc:docMk/>
          <pc:sldMk cId="1781928222" sldId="276"/>
        </pc:sldMkLst>
        <pc:spChg chg="mod">
          <ac:chgData name="Annika Kiefer" userId="c292bd1e-1f25-4e89-adaa-eec436161fa0" providerId="ADAL" clId="{0B5441B2-F1A8-5CC7-81B5-EDE25064ADC8}" dt="2026-09-01T12:36:20.197" v="2086" actId="1035"/>
          <ac:spMkLst>
            <pc:docMk/>
            <pc:sldMk cId="1781928222" sldId="276"/>
            <ac:spMk id="8" creationId="{04B661ED-73F0-C715-2E44-DC26C37BD25C}"/>
          </ac:spMkLst>
        </pc:sp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25" creationId="{F5B732D9-D9AA-90A0-0040-E4C9B2B6B47B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26" creationId="{1A17E36E-9134-8BD2-960A-0A11CCD954D7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0" creationId="{8EDFFE19-5B2D-16B6-3FA1-A650CD1E00B0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1" creationId="{EF32EC53-9580-6508-C460-4A9C1DFEF687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2" creationId="{08754801-BF51-D65E-F8B1-0DD6F0F75C8A}"/>
          </ac:picMkLst>
        </pc:picChg>
      </pc:sldChg>
      <pc:sldChg chg="addSp delSp modSp new mod">
        <pc:chgData name="Annika Kiefer" userId="c292bd1e-1f25-4e89-adaa-eec436161fa0" providerId="ADAL" clId="{0B5441B2-F1A8-5CC7-81B5-EDE25064ADC8}" dt="2026-09-01T12:38:05.785" v="2100"/>
        <pc:sldMkLst>
          <pc:docMk/>
          <pc:sldMk cId="2153286546" sldId="277"/>
        </pc:sldMkLst>
        <pc:spChg chg="del mod">
          <ac:chgData name="Annika Kiefer" userId="c292bd1e-1f25-4e89-adaa-eec436161fa0" providerId="ADAL" clId="{0B5441B2-F1A8-5CC7-81B5-EDE25064ADC8}" dt="2026-09-01T12:37:46.626" v="2098" actId="478"/>
          <ac:spMkLst>
            <pc:docMk/>
            <pc:sldMk cId="2153286546" sldId="277"/>
            <ac:spMk id="2" creationId="{14D19635-1FB1-5525-4D64-4AFB7CC4D500}"/>
          </ac:spMkLst>
        </pc:spChg>
        <pc:spChg chg="add del mod">
          <ac:chgData name="Annika Kiefer" userId="c292bd1e-1f25-4e89-adaa-eec436161fa0" providerId="ADAL" clId="{0B5441B2-F1A8-5CC7-81B5-EDE25064ADC8}" dt="2026-09-01T12:37:48.372" v="2099" actId="478"/>
          <ac:spMkLst>
            <pc:docMk/>
            <pc:sldMk cId="2153286546" sldId="277"/>
            <ac:spMk id="4" creationId="{3A6660ED-0ECB-85C1-D8CF-EA9A3F7087D2}"/>
          </ac:spMkLst>
        </pc:spChg>
        <pc:spChg chg="add mod">
          <ac:chgData name="Annika Kiefer" userId="c292bd1e-1f25-4e89-adaa-eec436161fa0" providerId="ADAL" clId="{0B5441B2-F1A8-5CC7-81B5-EDE25064ADC8}" dt="2026-09-01T12:38:05.785" v="2100"/>
          <ac:spMkLst>
            <pc:docMk/>
            <pc:sldMk cId="2153286546" sldId="277"/>
            <ac:spMk id="5" creationId="{F3A2D138-3174-F2D5-5CA3-260AD83E166F}"/>
          </ac:spMkLst>
        </pc:spChg>
      </pc:sldChg>
      <pc:sldChg chg="modSp new mod">
        <pc:chgData name="Annika Kiefer" userId="c292bd1e-1f25-4e89-adaa-eec436161fa0" providerId="ADAL" clId="{0B5441B2-F1A8-5CC7-81B5-EDE25064ADC8}" dt="2026-09-01T15:31:02.378" v="2879" actId="20577"/>
        <pc:sldMkLst>
          <pc:docMk/>
          <pc:sldMk cId="3626543676" sldId="278"/>
        </pc:sldMkLst>
        <pc:spChg chg="mod">
          <ac:chgData name="Annika Kiefer" userId="c292bd1e-1f25-4e89-adaa-eec436161fa0" providerId="ADAL" clId="{0B5441B2-F1A8-5CC7-81B5-EDE25064ADC8}" dt="2026-09-01T15:31:02.378" v="2879" actId="20577"/>
          <ac:spMkLst>
            <pc:docMk/>
            <pc:sldMk cId="3626543676" sldId="278"/>
            <ac:spMk id="2" creationId="{5E8377F2-BF2B-29C4-12F2-0B27C619EA7C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2:46:17.318" v="2106" actId="2696"/>
        <pc:sldMkLst>
          <pc:docMk/>
          <pc:sldMk cId="4194677338" sldId="278"/>
        </pc:sldMkLst>
        <pc:spChg chg="add del mod">
          <ac:chgData name="Annika Kiefer" userId="c292bd1e-1f25-4e89-adaa-eec436161fa0" providerId="ADAL" clId="{0B5441B2-F1A8-5CC7-81B5-EDE25064ADC8}" dt="2026-09-01T12:39:14.798" v="2104" actId="478"/>
          <ac:spMkLst>
            <pc:docMk/>
            <pc:sldMk cId="4194677338" sldId="278"/>
            <ac:spMk id="2" creationId="{D1C2CF6C-DFB5-931F-DE2C-C4987739A7A9}"/>
          </ac:spMkLst>
        </pc:spChg>
      </pc:sldChg>
      <pc:sldChg chg="new del">
        <pc:chgData name="Annika Kiefer" userId="c292bd1e-1f25-4e89-adaa-eec436161fa0" providerId="ADAL" clId="{0B5441B2-F1A8-5CC7-81B5-EDE25064ADC8}" dt="2026-09-01T15:01:18.231" v="2587" actId="2696"/>
        <pc:sldMkLst>
          <pc:docMk/>
          <pc:sldMk cId="94855503" sldId="279"/>
        </pc:sldMkLst>
      </pc:sldChg>
      <pc:sldChg chg="new del">
        <pc:chgData name="Annika Kiefer" userId="c292bd1e-1f25-4e89-adaa-eec436161fa0" providerId="ADAL" clId="{0B5441B2-F1A8-5CC7-81B5-EDE25064ADC8}" dt="2026-09-01T15:30:46.238" v="2849" actId="2696"/>
        <pc:sldMkLst>
          <pc:docMk/>
          <pc:sldMk cId="3766773262" sldId="279"/>
        </pc:sldMkLst>
      </pc:sldChg>
      <pc:sldChg chg="addSp delSp modSp new mod">
        <pc:chgData name="Annika Kiefer" userId="c292bd1e-1f25-4e89-adaa-eec436161fa0" providerId="ADAL" clId="{0B5441B2-F1A8-5CC7-81B5-EDE25064ADC8}" dt="2026-09-02T12:43:55.729" v="4223" actId="20577"/>
        <pc:sldMkLst>
          <pc:docMk/>
          <pc:sldMk cId="201459938" sldId="280"/>
        </pc:sldMkLst>
        <pc:spChg chg="mod">
          <ac:chgData name="Annika Kiefer" userId="c292bd1e-1f25-4e89-adaa-eec436161fa0" providerId="ADAL" clId="{0B5441B2-F1A8-5CC7-81B5-EDE25064ADC8}" dt="2026-09-02T12:43:55.729" v="4223" actId="20577"/>
          <ac:spMkLst>
            <pc:docMk/>
            <pc:sldMk cId="201459938" sldId="280"/>
            <ac:spMk id="2" creationId="{A7FCD12F-5CFE-E4D0-2923-37B83504A2B9}"/>
          </ac:spMkLst>
        </pc:spChg>
        <pc:spChg chg="add del">
          <ac:chgData name="Annika Kiefer" userId="c292bd1e-1f25-4e89-adaa-eec436161fa0" providerId="ADAL" clId="{0B5441B2-F1A8-5CC7-81B5-EDE25064ADC8}" dt="2026-09-01T16:41:49.636" v="2996" actId="931"/>
          <ac:spMkLst>
            <pc:docMk/>
            <pc:sldMk cId="201459938" sldId="280"/>
            <ac:spMk id="4" creationId="{B2B4D91F-0593-B4C0-0D66-E428053B746E}"/>
          </ac:spMkLst>
        </pc:spChg>
        <pc:picChg chg="add del mod ord">
          <ac:chgData name="Annika Kiefer" userId="c292bd1e-1f25-4e89-adaa-eec436161fa0" providerId="ADAL" clId="{0B5441B2-F1A8-5CC7-81B5-EDE25064ADC8}" dt="2026-09-01T16:41:49.636" v="2996" actId="931"/>
          <ac:picMkLst>
            <pc:docMk/>
            <pc:sldMk cId="201459938" sldId="280"/>
            <ac:picMk id="6" creationId="{96C514DA-F462-5CAD-B991-368E351BBC21}"/>
          </ac:picMkLst>
        </pc:picChg>
      </pc:sldChg>
      <pc:sldChg chg="modSp new del mod">
        <pc:chgData name="Annika Kiefer" userId="c292bd1e-1f25-4e89-adaa-eec436161fa0" providerId="ADAL" clId="{0B5441B2-F1A8-5CC7-81B5-EDE25064ADC8}" dt="2026-09-01T14:34:49.083" v="2363" actId="2696"/>
        <pc:sldMkLst>
          <pc:docMk/>
          <pc:sldMk cId="1129316651" sldId="280"/>
        </pc:sldMkLst>
        <pc:spChg chg="mod">
          <ac:chgData name="Annika Kiefer" userId="c292bd1e-1f25-4e89-adaa-eec436161fa0" providerId="ADAL" clId="{0B5441B2-F1A8-5CC7-81B5-EDE25064ADC8}" dt="2026-09-01T12:46:44.131" v="2117" actId="20577"/>
          <ac:spMkLst>
            <pc:docMk/>
            <pc:sldMk cId="1129316651" sldId="280"/>
            <ac:spMk id="2" creationId="{2AE89B00-FB0D-F29C-DF0E-C3399083F660}"/>
          </ac:spMkLst>
        </pc:spChg>
      </pc:sldChg>
      <pc:sldChg chg="modSp new del mod">
        <pc:chgData name="Annika Kiefer" userId="c292bd1e-1f25-4e89-adaa-eec436161fa0" providerId="ADAL" clId="{0B5441B2-F1A8-5CC7-81B5-EDE25064ADC8}" dt="2026-09-01T14:32:11.165" v="2358" actId="2696"/>
        <pc:sldMkLst>
          <pc:docMk/>
          <pc:sldMk cId="2175298477" sldId="281"/>
        </pc:sldMkLst>
        <pc:spChg chg="mod">
          <ac:chgData name="Annika Kiefer" userId="c292bd1e-1f25-4e89-adaa-eec436161fa0" providerId="ADAL" clId="{0B5441B2-F1A8-5CC7-81B5-EDE25064ADC8}" dt="2026-09-01T13:52:30.675" v="2205" actId="20577"/>
          <ac:spMkLst>
            <pc:docMk/>
            <pc:sldMk cId="2175298477" sldId="281"/>
            <ac:spMk id="2" creationId="{E4204483-34F7-7325-8504-4A9E35A7F7CD}"/>
          </ac:spMkLst>
        </pc:spChg>
      </pc:sldChg>
      <pc:sldChg chg="modSp new del mod">
        <pc:chgData name="Annika Kiefer" userId="c292bd1e-1f25-4e89-adaa-eec436161fa0" providerId="ADAL" clId="{0B5441B2-F1A8-5CC7-81B5-EDE25064ADC8}" dt="2026-09-02T12:42:21.945" v="4174" actId="2696"/>
        <pc:sldMkLst>
          <pc:docMk/>
          <pc:sldMk cId="3596084647" sldId="281"/>
        </pc:sldMkLst>
        <pc:spChg chg="mod">
          <ac:chgData name="Annika Kiefer" userId="c292bd1e-1f25-4e89-adaa-eec436161fa0" providerId="ADAL" clId="{0B5441B2-F1A8-5CC7-81B5-EDE25064ADC8}" dt="2026-09-01T15:30:35.092" v="2847" actId="20577"/>
          <ac:spMkLst>
            <pc:docMk/>
            <pc:sldMk cId="3596084647" sldId="281"/>
            <ac:spMk id="5" creationId="{448D0DBA-6FF4-181B-CF94-AA7CA5120A70}"/>
          </ac:spMkLst>
        </pc:spChg>
      </pc:sldChg>
      <pc:sldChg chg="new del">
        <pc:chgData name="Annika Kiefer" userId="c292bd1e-1f25-4e89-adaa-eec436161fa0" providerId="ADAL" clId="{0B5441B2-F1A8-5CC7-81B5-EDE25064ADC8}" dt="2026-09-01T15:28:51.524" v="2793" actId="2696"/>
        <pc:sldMkLst>
          <pc:docMk/>
          <pc:sldMk cId="4131386453" sldId="281"/>
        </pc:sldMkLst>
      </pc:sldChg>
      <pc:sldChg chg="addSp delSp 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2784634936" sldId="282"/>
        </pc:sldMkLst>
        <pc:spChg chg="del">
          <ac:chgData name="Annika Kiefer" userId="c292bd1e-1f25-4e89-adaa-eec436161fa0" providerId="ADAL" clId="{0B5441B2-F1A8-5CC7-81B5-EDE25064ADC8}" dt="2026-09-01T14:06:42.360" v="2207" actId="931"/>
          <ac:spMkLst>
            <pc:docMk/>
            <pc:sldMk cId="2784634936" sldId="282"/>
            <ac:spMk id="2" creationId="{82B56E0B-B530-19FF-215E-3D1A09D2CCA3}"/>
          </ac:spMkLst>
        </pc:spChg>
        <pc:spChg chg="del mod">
          <ac:chgData name="Annika Kiefer" userId="c292bd1e-1f25-4e89-adaa-eec436161fa0" providerId="ADAL" clId="{0B5441B2-F1A8-5CC7-81B5-EDE25064ADC8}" dt="2026-09-01T14:08:31.869" v="2211" actId="931"/>
          <ac:spMkLst>
            <pc:docMk/>
            <pc:sldMk cId="2784634936" sldId="282"/>
            <ac:spMk id="3" creationId="{98EDF021-B999-C9C3-0532-CCD820C26DC7}"/>
          </ac:spMkLst>
        </pc:spChg>
        <pc:spChg chg="del mod">
          <ac:chgData name="Annika Kiefer" userId="c292bd1e-1f25-4e89-adaa-eec436161fa0" providerId="ADAL" clId="{0B5441B2-F1A8-5CC7-81B5-EDE25064ADC8}" dt="2026-09-01T14:10:17.572" v="2223" actId="478"/>
          <ac:spMkLst>
            <pc:docMk/>
            <pc:sldMk cId="2784634936" sldId="282"/>
            <ac:spMk id="4" creationId="{7E058545-5160-E347-6DF9-2B529DC3049B}"/>
          </ac:spMkLst>
        </pc:spChg>
        <pc:spChg chg="add del">
          <ac:chgData name="Annika Kiefer" userId="c292bd1e-1f25-4e89-adaa-eec436161fa0" providerId="ADAL" clId="{0B5441B2-F1A8-5CC7-81B5-EDE25064ADC8}" dt="2026-09-01T14:07:15.509" v="2209" actId="478"/>
          <ac:spMkLst>
            <pc:docMk/>
            <pc:sldMk cId="2784634936" sldId="282"/>
            <ac:spMk id="7" creationId="{879B8319-4788-CCF2-3DF7-A440E9B6B46F}"/>
          </ac:spMkLst>
        </pc:spChg>
        <pc:spChg chg="add del mod">
          <ac:chgData name="Annika Kiefer" userId="c292bd1e-1f25-4e89-adaa-eec436161fa0" providerId="ADAL" clId="{0B5441B2-F1A8-5CC7-81B5-EDE25064ADC8}" dt="2026-09-01T14:08:50.807" v="2215" actId="931"/>
          <ac:spMkLst>
            <pc:docMk/>
            <pc:sldMk cId="2784634936" sldId="282"/>
            <ac:spMk id="11" creationId="{2376462A-42D8-48DC-8D44-E833E49DDC45}"/>
          </ac:spMkLst>
        </pc:spChg>
        <pc:spChg chg="add del mod">
          <ac:chgData name="Annika Kiefer" userId="c292bd1e-1f25-4e89-adaa-eec436161fa0" providerId="ADAL" clId="{0B5441B2-F1A8-5CC7-81B5-EDE25064ADC8}" dt="2026-09-01T14:10:17.045" v="2222" actId="478"/>
          <ac:spMkLst>
            <pc:docMk/>
            <pc:sldMk cId="2784634936" sldId="282"/>
            <ac:spMk id="15" creationId="{B10101FD-F258-932B-4A30-16FABAA55FBC}"/>
          </ac:spMkLst>
        </pc:spChg>
        <pc:picChg chg="add mod ord">
          <ac:chgData name="Annika Kiefer" userId="c292bd1e-1f25-4e89-adaa-eec436161fa0" providerId="ADAL" clId="{0B5441B2-F1A8-5CC7-81B5-EDE25064ADC8}" dt="2026-09-01T14:10:20.305" v="2225" actId="1076"/>
          <ac:picMkLst>
            <pc:docMk/>
            <pc:sldMk cId="2784634936" sldId="282"/>
            <ac:picMk id="6" creationId="{AFF84644-45A9-93B3-5957-8A44ECFF31B2}"/>
          </ac:picMkLst>
        </pc:picChg>
        <pc:picChg chg="add del mod ord">
          <ac:chgData name="Annika Kiefer" userId="c292bd1e-1f25-4e89-adaa-eec436161fa0" providerId="ADAL" clId="{0B5441B2-F1A8-5CC7-81B5-EDE25064ADC8}" dt="2026-09-01T14:08:40.404" v="2212" actId="478"/>
          <ac:picMkLst>
            <pc:docMk/>
            <pc:sldMk cId="2784634936" sldId="282"/>
            <ac:picMk id="9" creationId="{631B34B0-B6CF-AA15-985A-01E9EFF12296}"/>
          </ac:picMkLst>
        </pc:picChg>
        <pc:picChg chg="add del mod ord">
          <ac:chgData name="Annika Kiefer" userId="c292bd1e-1f25-4e89-adaa-eec436161fa0" providerId="ADAL" clId="{0B5441B2-F1A8-5CC7-81B5-EDE25064ADC8}" dt="2026-09-01T14:08:56.286" v="2218" actId="478"/>
          <ac:picMkLst>
            <pc:docMk/>
            <pc:sldMk cId="2784634936" sldId="282"/>
            <ac:picMk id="13" creationId="{71A8D3DC-2327-A0E8-CE81-4640A09FE00E}"/>
          </ac:picMkLst>
        </pc:picChg>
        <pc:picChg chg="add mod">
          <ac:chgData name="Annika Kiefer" userId="c292bd1e-1f25-4e89-adaa-eec436161fa0" providerId="ADAL" clId="{0B5441B2-F1A8-5CC7-81B5-EDE25064ADC8}" dt="2026-09-01T14:10:25.940" v="2226" actId="571"/>
          <ac:picMkLst>
            <pc:docMk/>
            <pc:sldMk cId="2784634936" sldId="282"/>
            <ac:picMk id="16" creationId="{BEEA4606-2C22-3E4C-0904-104C817CA073}"/>
          </ac:picMkLst>
        </pc:picChg>
        <pc:picChg chg="add mod">
          <ac:chgData name="Annika Kiefer" userId="c292bd1e-1f25-4e89-adaa-eec436161fa0" providerId="ADAL" clId="{0B5441B2-F1A8-5CC7-81B5-EDE25064ADC8}" dt="2026-09-01T14:10:29.811" v="2227" actId="571"/>
          <ac:picMkLst>
            <pc:docMk/>
            <pc:sldMk cId="2784634936" sldId="282"/>
            <ac:picMk id="17" creationId="{3DB52158-B066-D188-A259-ED9C85CB35A0}"/>
          </ac:picMkLst>
        </pc:picChg>
      </pc:sldChg>
      <pc:sldChg chg="modSp new del mod">
        <pc:chgData name="Annika Kiefer" userId="c292bd1e-1f25-4e89-adaa-eec436161fa0" providerId="ADAL" clId="{0B5441B2-F1A8-5CC7-81B5-EDE25064ADC8}" dt="2026-09-02T12:42:21.945" v="4174" actId="2696"/>
        <pc:sldMkLst>
          <pc:docMk/>
          <pc:sldMk cId="3854600067" sldId="282"/>
        </pc:sldMkLst>
        <pc:spChg chg="mod">
          <ac:chgData name="Annika Kiefer" userId="c292bd1e-1f25-4e89-adaa-eec436161fa0" providerId="ADAL" clId="{0B5441B2-F1A8-5CC7-81B5-EDE25064ADC8}" dt="2026-09-01T15:30:39.569" v="2848" actId="20577"/>
          <ac:spMkLst>
            <pc:docMk/>
            <pc:sldMk cId="3854600067" sldId="282"/>
            <ac:spMk id="3" creationId="{A9137361-C322-E195-8E8A-C28B23CFF5E2}"/>
          </ac:spMkLst>
        </pc:spChg>
      </pc:sldChg>
      <pc:sldChg chg="modSp new mod">
        <pc:chgData name="Annika Kiefer" userId="c292bd1e-1f25-4e89-adaa-eec436161fa0" providerId="ADAL" clId="{0B5441B2-F1A8-5CC7-81B5-EDE25064ADC8}" dt="2026-09-01T15:37:27.526" v="2983" actId="20577"/>
        <pc:sldMkLst>
          <pc:docMk/>
          <pc:sldMk cId="4080658" sldId="283"/>
        </pc:sldMkLst>
        <pc:spChg chg="mod">
          <ac:chgData name="Annika Kiefer" userId="c292bd1e-1f25-4e89-adaa-eec436161fa0" providerId="ADAL" clId="{0B5441B2-F1A8-5CC7-81B5-EDE25064ADC8}" dt="2026-09-01T15:37:27.526" v="2983" actId="20577"/>
          <ac:spMkLst>
            <pc:docMk/>
            <pc:sldMk cId="4080658" sldId="283"/>
            <ac:spMk id="3" creationId="{1CF763B0-70FF-EBF6-5774-7785E7006FE6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4:13:58.198" v="2234" actId="680"/>
        <pc:sldMkLst>
          <pc:docMk/>
          <pc:sldMk cId="2634077653" sldId="283"/>
        </pc:sldMkLst>
        <pc:spChg chg="add del">
          <ac:chgData name="Annika Kiefer" userId="c292bd1e-1f25-4e89-adaa-eec436161fa0" providerId="ADAL" clId="{0B5441B2-F1A8-5CC7-81B5-EDE25064ADC8}" dt="2026-09-01T14:13:57.743" v="2233" actId="931"/>
          <ac:spMkLst>
            <pc:docMk/>
            <pc:sldMk cId="2634077653" sldId="283"/>
            <ac:spMk id="2" creationId="{A20C0668-F63B-28F2-7260-416698EE2315}"/>
          </ac:spMkLst>
        </pc:spChg>
        <pc:picChg chg="add del mod ord">
          <ac:chgData name="Annika Kiefer" userId="c292bd1e-1f25-4e89-adaa-eec436161fa0" providerId="ADAL" clId="{0B5441B2-F1A8-5CC7-81B5-EDE25064ADC8}" dt="2026-09-01T14:13:57.743" v="2233" actId="931"/>
          <ac:picMkLst>
            <pc:docMk/>
            <pc:sldMk cId="2634077653" sldId="283"/>
            <ac:picMk id="6" creationId="{B603A38E-ACAC-F18C-4D0C-11AFE9907D9D}"/>
          </ac:picMkLst>
        </pc:picChg>
      </pc:sldChg>
      <pc:sldChg chg="new del">
        <pc:chgData name="Annika Kiefer" userId="c292bd1e-1f25-4e89-adaa-eec436161fa0" providerId="ADAL" clId="{0B5441B2-F1A8-5CC7-81B5-EDE25064ADC8}" dt="2026-09-01T15:01:18.231" v="2587" actId="2696"/>
        <pc:sldMkLst>
          <pc:docMk/>
          <pc:sldMk cId="3901080499" sldId="283"/>
        </pc:sldMkLst>
      </pc:sldChg>
      <pc:sldChg chg="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1598737720" sldId="284"/>
        </pc:sldMkLst>
        <pc:spChg chg="mod">
          <ac:chgData name="Annika Kiefer" userId="c292bd1e-1f25-4e89-adaa-eec436161fa0" providerId="ADAL" clId="{0B5441B2-F1A8-5CC7-81B5-EDE25064ADC8}" dt="2026-09-01T14:24:14.138" v="2336" actId="20577"/>
          <ac:spMkLst>
            <pc:docMk/>
            <pc:sldMk cId="1598737720" sldId="284"/>
            <ac:spMk id="5" creationId="{46C5C937-97F8-0F46-C057-317E31B05D03}"/>
          </ac:spMkLst>
        </pc:spChg>
      </pc:sldChg>
      <pc:sldChg chg="new">
        <pc:chgData name="Annika Kiefer" userId="c292bd1e-1f25-4e89-adaa-eec436161fa0" providerId="ADAL" clId="{0B5441B2-F1A8-5CC7-81B5-EDE25064ADC8}" dt="2026-09-01T15:29:39.996" v="2797" actId="680"/>
        <pc:sldMkLst>
          <pc:docMk/>
          <pc:sldMk cId="1976495514" sldId="284"/>
        </pc:sldMkLst>
      </pc:sldChg>
      <pc:sldChg chg="modSp new mod">
        <pc:chgData name="Annika Kiefer" userId="c292bd1e-1f25-4e89-adaa-eec436161fa0" providerId="ADAL" clId="{0B5441B2-F1A8-5CC7-81B5-EDE25064ADC8}" dt="2026-09-01T15:34:16.843" v="2961" actId="20577"/>
        <pc:sldMkLst>
          <pc:docMk/>
          <pc:sldMk cId="293103891" sldId="285"/>
        </pc:sldMkLst>
        <pc:spChg chg="mod">
          <ac:chgData name="Annika Kiefer" userId="c292bd1e-1f25-4e89-adaa-eec436161fa0" providerId="ADAL" clId="{0B5441B2-F1A8-5CC7-81B5-EDE25064ADC8}" dt="2026-09-01T15:34:16.843" v="2961" actId="20577"/>
          <ac:spMkLst>
            <pc:docMk/>
            <pc:sldMk cId="293103891" sldId="285"/>
            <ac:spMk id="2" creationId="{4B4E891E-A78F-F571-4882-3B7ACD08ADFA}"/>
          </ac:spMkLst>
        </pc:spChg>
        <pc:spChg chg="mod">
          <ac:chgData name="Annika Kiefer" userId="c292bd1e-1f25-4e89-adaa-eec436161fa0" providerId="ADAL" clId="{0B5441B2-F1A8-5CC7-81B5-EDE25064ADC8}" dt="2026-09-01T15:33:56.336" v="2915"/>
          <ac:spMkLst>
            <pc:docMk/>
            <pc:sldMk cId="293103891" sldId="285"/>
            <ac:spMk id="4" creationId="{B7E60A96-AE18-535B-AA69-330B32CA7609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4:35:41.432" v="2369" actId="2696"/>
        <pc:sldMkLst>
          <pc:docMk/>
          <pc:sldMk cId="1249153195" sldId="285"/>
        </pc:sldMkLst>
        <pc:spChg chg="add del mod">
          <ac:chgData name="Annika Kiefer" userId="c292bd1e-1f25-4e89-adaa-eec436161fa0" providerId="ADAL" clId="{0B5441B2-F1A8-5CC7-81B5-EDE25064ADC8}" dt="2026-09-01T14:35:40.391" v="2368"/>
          <ac:spMkLst>
            <pc:docMk/>
            <pc:sldMk cId="1249153195" sldId="285"/>
            <ac:spMk id="2" creationId="{C63AE8B0-D829-9210-1E72-35A1E0283A0C}"/>
          </ac:spMkLst>
        </pc:spChg>
      </pc:sldChg>
      <pc:sldChg chg="modSp new del mod">
        <pc:chgData name="Annika Kiefer" userId="c292bd1e-1f25-4e89-adaa-eec436161fa0" providerId="ADAL" clId="{0B5441B2-F1A8-5CC7-81B5-EDE25064ADC8}" dt="2026-09-01T15:33:19.988" v="2904" actId="2696"/>
        <pc:sldMkLst>
          <pc:docMk/>
          <pc:sldMk cId="2194673563" sldId="285"/>
        </pc:sldMkLst>
        <pc:spChg chg="mod">
          <ac:chgData name="Annika Kiefer" userId="c292bd1e-1f25-4e89-adaa-eec436161fa0" providerId="ADAL" clId="{0B5441B2-F1A8-5CC7-81B5-EDE25064ADC8}" dt="2026-09-01T15:33:14.941" v="2903" actId="20577"/>
          <ac:spMkLst>
            <pc:docMk/>
            <pc:sldMk cId="2194673563" sldId="285"/>
            <ac:spMk id="2" creationId="{89CD43C9-2632-EE89-7BA1-CC450BCEEA74}"/>
          </ac:spMkLst>
        </pc:spChg>
      </pc:sldChg>
      <pc:sldChg chg="modSp new del">
        <pc:chgData name="Annika Kiefer" userId="c292bd1e-1f25-4e89-adaa-eec436161fa0" providerId="ADAL" clId="{0B5441B2-F1A8-5CC7-81B5-EDE25064ADC8}" dt="2026-09-01T15:33:40.102" v="2907" actId="680"/>
        <pc:sldMkLst>
          <pc:docMk/>
          <pc:sldMk cId="3207005929" sldId="285"/>
        </pc:sldMkLst>
        <pc:spChg chg="mod">
          <ac:chgData name="Annika Kiefer" userId="c292bd1e-1f25-4e89-adaa-eec436161fa0" providerId="ADAL" clId="{0B5441B2-F1A8-5CC7-81B5-EDE25064ADC8}" dt="2026-09-01T15:33:28.465" v="2906"/>
          <ac:spMkLst>
            <pc:docMk/>
            <pc:sldMk cId="3207005929" sldId="285"/>
            <ac:spMk id="4" creationId="{643C540F-04DE-854B-F1E8-A2FCEAC75448}"/>
          </ac:spMkLst>
        </pc:spChg>
      </pc:sldChg>
      <pc:sldChg chg="new del">
        <pc:chgData name="Annika Kiefer" userId="c292bd1e-1f25-4e89-adaa-eec436161fa0" providerId="ADAL" clId="{0B5441B2-F1A8-5CC7-81B5-EDE25064ADC8}" dt="2026-09-01T14:39:22.261" v="2417" actId="2696"/>
        <pc:sldMkLst>
          <pc:docMk/>
          <pc:sldMk cId="3572445280" sldId="285"/>
        </pc:sldMkLst>
      </pc:sldChg>
      <pc:sldChg chg="modSp add mod">
        <pc:chgData name="Annika Kiefer" userId="c292bd1e-1f25-4e89-adaa-eec436161fa0" providerId="ADAL" clId="{0B5441B2-F1A8-5CC7-81B5-EDE25064ADC8}" dt="2026-09-01T15:35:30.487" v="2973" actId="948"/>
        <pc:sldMkLst>
          <pc:docMk/>
          <pc:sldMk cId="3400422269" sldId="286"/>
        </pc:sldMkLst>
        <pc:spChg chg="mod">
          <ac:chgData name="Annika Kiefer" userId="c292bd1e-1f25-4e89-adaa-eec436161fa0" providerId="ADAL" clId="{0B5441B2-F1A8-5CC7-81B5-EDE25064ADC8}" dt="2026-09-01T15:35:30.487" v="2973" actId="948"/>
          <ac:spMkLst>
            <pc:docMk/>
            <pc:sldMk cId="3400422269" sldId="286"/>
            <ac:spMk id="4" creationId="{76D38419-1132-8A4E-485B-65BFE704244D}"/>
          </ac:spMkLst>
        </pc:spChg>
      </pc:sldChg>
      <pc:sldChg chg="new add del">
        <pc:chgData name="Annika Kiefer" userId="c292bd1e-1f25-4e89-adaa-eec436161fa0" providerId="ADAL" clId="{0B5441B2-F1A8-5CC7-81B5-EDE25064ADC8}" dt="2026-09-01T16:41:44.111" v="2994" actId="680"/>
        <pc:sldMkLst>
          <pc:docMk/>
          <pc:sldMk cId="771292759" sldId="287"/>
        </pc:sldMkLst>
      </pc:sldChg>
      <pc:sldChg chg="addSp delSp modSp new del mod ord">
        <pc:chgData name="Annika Kiefer" userId="c292bd1e-1f25-4e89-adaa-eec436161fa0" providerId="ADAL" clId="{0B5441B2-F1A8-5CC7-81B5-EDE25064ADC8}" dt="2026-09-01T16:46:15.512" v="3084" actId="680"/>
        <pc:sldMkLst>
          <pc:docMk/>
          <pc:sldMk cId="2438224148" sldId="288"/>
        </pc:sldMkLst>
        <pc:spChg chg="add del mod">
          <ac:chgData name="Annika Kiefer" userId="c292bd1e-1f25-4e89-adaa-eec436161fa0" providerId="ADAL" clId="{0B5441B2-F1A8-5CC7-81B5-EDE25064ADC8}" dt="2026-09-01T16:46:13.326" v="3081" actId="20577"/>
          <ac:spMkLst>
            <pc:docMk/>
            <pc:sldMk cId="2438224148" sldId="288"/>
            <ac:spMk id="2" creationId="{9BE23FDC-FDEC-011D-05FC-C87923D846FE}"/>
          </ac:spMkLst>
        </pc:spChg>
        <pc:spChg chg="add del">
          <ac:chgData name="Annika Kiefer" userId="c292bd1e-1f25-4e89-adaa-eec436161fa0" providerId="ADAL" clId="{0B5441B2-F1A8-5CC7-81B5-EDE25064ADC8}" dt="2026-09-01T16:46:13.838" v="3082" actId="478"/>
          <ac:spMkLst>
            <pc:docMk/>
            <pc:sldMk cId="2438224148" sldId="288"/>
            <ac:spMk id="4" creationId="{0276521A-B8D2-B19B-D2BA-71409F215432}"/>
          </ac:spMkLst>
        </pc:spChg>
        <pc:spChg chg="add del mod">
          <ac:chgData name="Annika Kiefer" userId="c292bd1e-1f25-4e89-adaa-eec436161fa0" providerId="ADAL" clId="{0B5441B2-F1A8-5CC7-81B5-EDE25064ADC8}" dt="2026-09-01T16:46:12.872" v="3080" actId="478"/>
          <ac:spMkLst>
            <pc:docMk/>
            <pc:sldMk cId="2438224148" sldId="288"/>
            <ac:spMk id="6" creationId="{5399E612-326B-4996-90C9-53DB9F96F021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8" creationId="{BCC78767-A89E-CAC8-3DD5-90A3CA080DBB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0" creationId="{B2BFF352-2AD2-9DC7-B61B-686BC2D0791A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2" creationId="{E449C2FB-8568-BF2E-8839-EDE5CD8A26A7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3" creationId="{EA5550C4-EAE4-2AFC-1651-21A251B62B78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5" creationId="{59A61F17-70A0-64CA-C615-DBAA68EE380C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6" creationId="{37FA81EC-459E-9399-A420-B10FB5398C4C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7" creationId="{0A59AEBC-DE62-9C58-8B20-37C78593D68A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8" creationId="{5B4B668B-6F9E-73BF-BDF8-6B276FC113D7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20" creationId="{F83654AD-A8FB-DAAC-F8DB-BE9315733DEB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21" creationId="{EF5CE7ED-2472-8009-33F4-8AA4E809EF7B}"/>
          </ac:spMkLst>
        </pc:spChg>
        <pc:spChg chg="mod">
          <ac:chgData name="Annika Kiefer" userId="c292bd1e-1f25-4e89-adaa-eec436161fa0" providerId="ADAL" clId="{0B5441B2-F1A8-5CC7-81B5-EDE25064ADC8}" dt="2026-09-01T16:45:18.304" v="3041"/>
          <ac:spMkLst>
            <pc:docMk/>
            <pc:sldMk cId="2438224148" sldId="288"/>
            <ac:spMk id="22" creationId="{A98DDB54-1671-848F-0A69-3E9F865C37D1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3" creationId="{C8DFDE9F-189B-75BF-4EDF-D7018DC13E40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4" creationId="{081F26E9-EBF8-4E24-9A6C-5223CD6F8E74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6" creationId="{58173BDC-99F6-22BE-F0E0-AA1388FC1649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9" creationId="{F118F996-1B74-B6F0-C4F7-517D135C77C5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1" creationId="{13BD526B-3879-AFDF-6DCC-EE3716066566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2" creationId="{AAF103B6-3BE5-A2BC-4EF6-6EB0F7AB92F9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5" creationId="{85AE25BF-C949-77C1-4A69-2FAD673AE7D3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6" creationId="{87CD6417-8CE2-4221-D653-8C1B34925C63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7" creationId="{5842FF65-B270-3382-A802-E9A13E8BDB04}"/>
          </ac:spMkLst>
        </pc:spChg>
        <pc:spChg chg="add mod">
          <ac:chgData name="Annika Kiefer" userId="c292bd1e-1f25-4e89-adaa-eec436161fa0" providerId="ADAL" clId="{0B5441B2-F1A8-5CC7-81B5-EDE25064ADC8}" dt="2026-09-01T16:45:50.470" v="3073"/>
          <ac:spMkLst>
            <pc:docMk/>
            <pc:sldMk cId="2438224148" sldId="288"/>
            <ac:spMk id="38" creationId="{53E7AC71-F9A1-DD31-88FE-9628F7C4B64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39" creationId="{624AA786-082B-F77B-54BE-455ECD9CC816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0" creationId="{18E4C083-7AFD-C03C-C195-2F493FC920F7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1" creationId="{26EB6831-A9CF-4CD2-A26E-5D04F8EFD1ED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2" creationId="{05B99B9E-F285-EC1D-1B2F-B45DB0452FB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3" creationId="{BAF69B99-F7B5-A250-5290-02BA10A62D0E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4" creationId="{B0A393FB-33D5-60C9-FA8D-30E4A70E571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5" creationId="{536A22AB-E918-6768-7222-24EDEDF1FF1E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6" creationId="{EE22AFB4-F4A7-C185-E4DA-07CA8A639AE5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7" creationId="{1B3B9539-8A8A-B5BA-197B-9D716B2FBFF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8" creationId="{CD9264F9-6572-FB54-D8EA-10ADE2C4AA24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49" creationId="{4016DA51-8989-7EB4-5E89-6C34382367AA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0" creationId="{184E677D-E272-8153-7D62-DA2FC6040404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1" creationId="{E7614F62-CA4C-908F-A250-2BF2DAF289BF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2" creationId="{EE9ABA1D-B1B2-D3AF-4B1C-E8A5A424ABDB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3" creationId="{5C4E039A-3E8B-506C-8CD2-7BDD11CEEB88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4" creationId="{0CBB16D0-60CF-E5C8-1E36-783F8104E539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5" creationId="{E169FDE4-B39C-D09F-1B1F-3285EDDB45EB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6" creationId="{CBF1A7E5-62A4-60F1-EA8F-71F178303768}"/>
          </ac:spMkLst>
        </pc:spChg>
      </pc:sldChg>
      <pc:sldChg chg="addSp delSp modSp add del mod ord">
        <pc:chgData name="Annika Kiefer" userId="c292bd1e-1f25-4e89-adaa-eec436161fa0" providerId="ADAL" clId="{0B5441B2-F1A8-5CC7-81B5-EDE25064ADC8}" dt="2026-09-02T12:35:10.187" v="4097" actId="2696"/>
        <pc:sldMkLst>
          <pc:docMk/>
          <pc:sldMk cId="3967111831" sldId="288"/>
        </pc:sldMkLst>
        <pc:spChg chg="del">
          <ac:chgData name="Annika Kiefer" userId="c292bd1e-1f25-4e89-adaa-eec436161fa0" providerId="ADAL" clId="{0B5441B2-F1A8-5CC7-81B5-EDE25064ADC8}" dt="2026-09-01T16:46:50.842" v="3109" actId="478"/>
          <ac:spMkLst>
            <pc:docMk/>
            <pc:sldMk cId="3967111831" sldId="288"/>
            <ac:spMk id="2" creationId="{47BAA359-257E-3948-6F89-6C7413898E86}"/>
          </ac:spMkLst>
        </pc:spChg>
        <pc:spChg chg="mod">
          <ac:chgData name="Annika Kiefer" userId="c292bd1e-1f25-4e89-adaa-eec436161fa0" providerId="ADAL" clId="{0B5441B2-F1A8-5CC7-81B5-EDE25064ADC8}" dt="2026-09-01T16:46:45.307" v="3108" actId="20577"/>
          <ac:spMkLst>
            <pc:docMk/>
            <pc:sldMk cId="3967111831" sldId="288"/>
            <ac:spMk id="3" creationId="{87FC545C-7F9C-93DE-69B2-73506FAFF318}"/>
          </ac:spMkLst>
        </pc:spChg>
        <pc:spChg chg="del">
          <ac:chgData name="Annika Kiefer" userId="c292bd1e-1f25-4e89-adaa-eec436161fa0" providerId="ADAL" clId="{0B5441B2-F1A8-5CC7-81B5-EDE25064ADC8}" dt="2026-09-01T16:46:51.138" v="3110" actId="478"/>
          <ac:spMkLst>
            <pc:docMk/>
            <pc:sldMk cId="3967111831" sldId="288"/>
            <ac:spMk id="4" creationId="{91982A4D-9939-DAF6-B982-386BD3EE1783}"/>
          </ac:spMkLst>
        </pc:spChg>
        <pc:spChg chg="del">
          <ac:chgData name="Annika Kiefer" userId="c292bd1e-1f25-4e89-adaa-eec436161fa0" providerId="ADAL" clId="{0B5441B2-F1A8-5CC7-81B5-EDE25064ADC8}" dt="2026-09-01T16:46:51.765" v="3111" actId="478"/>
          <ac:spMkLst>
            <pc:docMk/>
            <pc:sldMk cId="3967111831" sldId="288"/>
            <ac:spMk id="5" creationId="{6FC161E9-3E3A-00B9-97FE-913DC968BA43}"/>
          </ac:spMkLst>
        </pc:spChg>
        <pc:spChg chg="del">
          <ac:chgData name="Annika Kiefer" userId="c292bd1e-1f25-4e89-adaa-eec436161fa0" providerId="ADAL" clId="{0B5441B2-F1A8-5CC7-81B5-EDE25064ADC8}" dt="2026-09-01T16:46:52.178" v="3112" actId="478"/>
          <ac:spMkLst>
            <pc:docMk/>
            <pc:sldMk cId="3967111831" sldId="288"/>
            <ac:spMk id="6" creationId="{F15B78EB-10B6-7C5A-439F-E24E2591FC89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8" creationId="{AC34BCD3-1F4A-5B30-05E1-1DBA8F4C3507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9" creationId="{41B2EBF6-93A0-E293-74A9-AE7AA01EB49E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2" creationId="{ED7FEE9C-1A33-5D55-AAF0-83FB872156F4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3" creationId="{93E70A60-73AF-3EA0-2100-FAEF05A3CBA4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4" creationId="{5820764E-72E6-7E91-EA2E-83721A1D1252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5" creationId="{596005DD-D609-D3A1-AA5E-D6F167B68630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7" creationId="{5D0C55C0-2D28-FD4A-6EC1-606F380A88C2}"/>
          </ac:spMkLst>
        </pc:spChg>
        <pc:spChg chg="mod">
          <ac:chgData name="Annika Kiefer" userId="c292bd1e-1f25-4e89-adaa-eec436161fa0" providerId="ADAL" clId="{0B5441B2-F1A8-5CC7-81B5-EDE25064ADC8}" dt="2026-09-01T16:53:40.638" v="3179" actId="948"/>
          <ac:spMkLst>
            <pc:docMk/>
            <pc:sldMk cId="3967111831" sldId="288"/>
            <ac:spMk id="18" creationId="{7A60ECEA-626F-8DF4-3068-190047B4B8AF}"/>
          </ac:spMkLst>
        </pc:spChg>
        <pc:spChg chg="add mod">
          <ac:chgData name="Annika Kiefer" userId="c292bd1e-1f25-4e89-adaa-eec436161fa0" providerId="ADAL" clId="{0B5441B2-F1A8-5CC7-81B5-EDE25064ADC8}" dt="2026-09-01T16:53:53.487" v="3180" actId="948"/>
          <ac:spMkLst>
            <pc:docMk/>
            <pc:sldMk cId="3967111831" sldId="288"/>
            <ac:spMk id="19" creationId="{32E8E231-FC5E-83F6-B124-36986D9E857D}"/>
          </ac:spMkLst>
        </pc:spChg>
        <pc:spChg chg="add mod">
          <ac:chgData name="Annika Kiefer" userId="c292bd1e-1f25-4e89-adaa-eec436161fa0" providerId="ADAL" clId="{0B5441B2-F1A8-5CC7-81B5-EDE25064ADC8}" dt="2026-09-01T16:54:11.624" v="3181" actId="948"/>
          <ac:spMkLst>
            <pc:docMk/>
            <pc:sldMk cId="3967111831" sldId="288"/>
            <ac:spMk id="20" creationId="{9883B5B1-A974-CA2C-F20B-961D3B73CDB7}"/>
          </ac:spMkLst>
        </pc:spChg>
        <pc:spChg chg="add mod">
          <ac:chgData name="Annika Kiefer" userId="c292bd1e-1f25-4e89-adaa-eec436161fa0" providerId="ADAL" clId="{0B5441B2-F1A8-5CC7-81B5-EDE25064ADC8}" dt="2026-09-01T16:54:23.621" v="3182" actId="948"/>
          <ac:spMkLst>
            <pc:docMk/>
            <pc:sldMk cId="3967111831" sldId="288"/>
            <ac:spMk id="21" creationId="{77B41DD0-6826-8504-C9AA-324098E6ACA0}"/>
          </ac:spMkLst>
        </pc:spChg>
        <pc:spChg chg="add del mod">
          <ac:chgData name="Annika Kiefer" userId="c292bd1e-1f25-4e89-adaa-eec436161fa0" providerId="ADAL" clId="{0B5441B2-F1A8-5CC7-81B5-EDE25064ADC8}" dt="2026-09-02T09:40:48.370" v="3689" actId="478"/>
          <ac:spMkLst>
            <pc:docMk/>
            <pc:sldMk cId="3967111831" sldId="288"/>
            <ac:spMk id="24" creationId="{3B3AC633-EBB4-9660-7E5E-85530DBCBAB9}"/>
          </ac:spMkLst>
        </pc:spChg>
        <pc:spChg chg="add del mod">
          <ac:chgData name="Annika Kiefer" userId="c292bd1e-1f25-4e89-adaa-eec436161fa0" providerId="ADAL" clId="{0B5441B2-F1A8-5CC7-81B5-EDE25064ADC8}" dt="2026-09-02T09:43:15.302" v="3692" actId="478"/>
          <ac:spMkLst>
            <pc:docMk/>
            <pc:sldMk cId="3967111831" sldId="288"/>
            <ac:spMk id="25" creationId="{C213B97A-BE4E-9489-2C2A-287C70AAD9E0}"/>
          </ac:spMkLst>
        </pc:spChg>
        <pc:picChg chg="add del mod modCrop">
          <ac:chgData name="Annika Kiefer" userId="c292bd1e-1f25-4e89-adaa-eec436161fa0" providerId="ADAL" clId="{0B5441B2-F1A8-5CC7-81B5-EDE25064ADC8}" dt="2026-09-02T09:43:21.578" v="3693" actId="478"/>
          <ac:picMkLst>
            <pc:docMk/>
            <pc:sldMk cId="3967111831" sldId="288"/>
            <ac:picMk id="23" creationId="{5E108509-B4C9-41E0-A6A6-7A7C6B4CB408}"/>
          </ac:picMkLst>
        </pc:picChg>
      </pc:sldChg>
      <pc:sldChg chg="addSp modSp new del">
        <pc:chgData name="Annika Kiefer" userId="c292bd1e-1f25-4e89-adaa-eec436161fa0" providerId="ADAL" clId="{0B5441B2-F1A8-5CC7-81B5-EDE25064ADC8}" dt="2026-09-02T09:33:57.684" v="3669" actId="2696"/>
        <pc:sldMkLst>
          <pc:docMk/>
          <pc:sldMk cId="2597763103" sldId="289"/>
        </pc:sldMkLst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2" creationId="{0E519CD7-BA55-4378-0998-99A9624A5EA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3" creationId="{AC48E4D9-BBA8-C47C-4ED2-DF08A47A004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4" creationId="{302BFEDE-E6EC-5151-D040-5BAEC670455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5" creationId="{3E74F113-8AB6-351A-4462-E28F0B050430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6" creationId="{D980CF16-0890-E990-7E62-2A27831DD8EE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6:48:13.980" v="3138" actId="2696"/>
        <pc:sldMkLst>
          <pc:docMk/>
          <pc:sldMk cId="1815972783" sldId="290"/>
        </pc:sldMkLst>
        <pc:spChg chg="add del mod">
          <ac:chgData name="Annika Kiefer" userId="c292bd1e-1f25-4e89-adaa-eec436161fa0" providerId="ADAL" clId="{0B5441B2-F1A8-5CC7-81B5-EDE25064ADC8}" dt="2026-09-01T16:47:50.933" v="3121" actId="478"/>
          <ac:spMkLst>
            <pc:docMk/>
            <pc:sldMk cId="1815972783" sldId="290"/>
            <ac:spMk id="3" creationId="{B97BA1ED-39A7-AB89-FBFE-65D19E094CEC}"/>
          </ac:spMkLst>
        </pc:spChg>
        <pc:graphicFrameChg chg="add del mod">
          <ac:chgData name="Annika Kiefer" userId="c292bd1e-1f25-4e89-adaa-eec436161fa0" providerId="ADAL" clId="{0B5441B2-F1A8-5CC7-81B5-EDE25064ADC8}" dt="2026-09-01T16:47:53.913" v="3122" actId="21"/>
          <ac:graphicFrameMkLst>
            <pc:docMk/>
            <pc:sldMk cId="1815972783" sldId="290"/>
            <ac:graphicFrameMk id="2" creationId="{EC1ABC4D-6B8C-47AB-DAA1-5ACB58855595}"/>
          </ac:graphicFrameMkLst>
        </pc:graphicFrameChg>
      </pc:sldChg>
      <pc:sldChg chg="addSp delSp modSp new mod">
        <pc:chgData name="Annika Kiefer" userId="c292bd1e-1f25-4e89-adaa-eec436161fa0" providerId="ADAL" clId="{0B5441B2-F1A8-5CC7-81B5-EDE25064ADC8}" dt="2026-09-02T09:23:51.215" v="3413" actId="14100"/>
        <pc:sldMkLst>
          <pc:docMk/>
          <pc:sldMk cId="3308670376" sldId="291"/>
        </pc:sldMkLst>
        <pc:spChg chg="mod">
          <ac:chgData name="Annika Kiefer" userId="c292bd1e-1f25-4e89-adaa-eec436161fa0" providerId="ADAL" clId="{0B5441B2-F1A8-5CC7-81B5-EDE25064ADC8}" dt="2026-09-02T08:58:33.124" v="3384" actId="20577"/>
          <ac:spMkLst>
            <pc:docMk/>
            <pc:sldMk cId="3308670376" sldId="291"/>
            <ac:spMk id="2" creationId="{E1159F69-FF33-1B48-DAEA-9673F874004B}"/>
          </ac:spMkLst>
        </pc:spChg>
        <pc:spChg chg="del">
          <ac:chgData name="Annika Kiefer" userId="c292bd1e-1f25-4e89-adaa-eec436161fa0" providerId="ADAL" clId="{0B5441B2-F1A8-5CC7-81B5-EDE25064ADC8}" dt="2026-09-02T08:37:36.584" v="3183" actId="478"/>
          <ac:spMkLst>
            <pc:docMk/>
            <pc:sldMk cId="3308670376" sldId="291"/>
            <ac:spMk id="3" creationId="{F2F78572-4F59-073F-E22F-1A58E9BD4421}"/>
          </ac:spMkLst>
        </pc:spChg>
        <pc:spChg chg="del">
          <ac:chgData name="Annika Kiefer" userId="c292bd1e-1f25-4e89-adaa-eec436161fa0" providerId="ADAL" clId="{0B5441B2-F1A8-5CC7-81B5-EDE25064ADC8}" dt="2026-09-01T16:48:02.828" v="3124" actId="478"/>
          <ac:spMkLst>
            <pc:docMk/>
            <pc:sldMk cId="3308670376" sldId="291"/>
            <ac:spMk id="4" creationId="{8945BE43-077D-3958-F4D7-C54246F1AF34}"/>
          </ac:spMkLst>
        </pc:spChg>
        <pc:graphicFrameChg chg="add mod">
          <ac:chgData name="Annika Kiefer" userId="c292bd1e-1f25-4e89-adaa-eec436161fa0" providerId="ADAL" clId="{0B5441B2-F1A8-5CC7-81B5-EDE25064ADC8}" dt="2026-09-02T09:23:51.215" v="3413" actId="14100"/>
          <ac:graphicFrameMkLst>
            <pc:docMk/>
            <pc:sldMk cId="3308670376" sldId="291"/>
            <ac:graphicFrameMk id="5" creationId="{1B154C09-37F8-E3BC-0B60-3A4B625F9EF1}"/>
          </ac:graphicFrameMkLst>
        </pc:graphicFrameChg>
      </pc:sldChg>
      <pc:sldChg chg="new">
        <pc:chgData name="Annika Kiefer" userId="c292bd1e-1f25-4e89-adaa-eec436161fa0" providerId="ADAL" clId="{0B5441B2-F1A8-5CC7-81B5-EDE25064ADC8}" dt="2026-09-01T16:49:46.336" v="3142" actId="680"/>
        <pc:sldMkLst>
          <pc:docMk/>
          <pc:sldMk cId="2321803274" sldId="292"/>
        </pc:sldMkLst>
      </pc:sldChg>
      <pc:sldChg chg="new">
        <pc:chgData name="Annika Kiefer" userId="c292bd1e-1f25-4e89-adaa-eec436161fa0" providerId="ADAL" clId="{0B5441B2-F1A8-5CC7-81B5-EDE25064ADC8}" dt="2026-09-01T16:49:52.877" v="3143" actId="680"/>
        <pc:sldMkLst>
          <pc:docMk/>
          <pc:sldMk cId="3766318118" sldId="293"/>
        </pc:sldMkLst>
      </pc:sldChg>
      <pc:sldChg chg="modSp new mod">
        <pc:chgData name="Annika Kiefer" userId="c292bd1e-1f25-4e89-adaa-eec436161fa0" providerId="ADAL" clId="{0B5441B2-F1A8-5CC7-81B5-EDE25064ADC8}" dt="2026-09-01T16:50:41.174" v="3175" actId="20577"/>
        <pc:sldMkLst>
          <pc:docMk/>
          <pc:sldMk cId="698778453" sldId="294"/>
        </pc:sldMkLst>
        <pc:spChg chg="mod">
          <ac:chgData name="Annika Kiefer" userId="c292bd1e-1f25-4e89-adaa-eec436161fa0" providerId="ADAL" clId="{0B5441B2-F1A8-5CC7-81B5-EDE25064ADC8}" dt="2026-09-01T16:50:30.997" v="3174" actId="20577"/>
          <ac:spMkLst>
            <pc:docMk/>
            <pc:sldMk cId="698778453" sldId="294"/>
            <ac:spMk id="3" creationId="{25916511-6ABE-2745-8A6F-6CAEBCCB75E6}"/>
          </ac:spMkLst>
        </pc:spChg>
        <pc:spChg chg="mod">
          <ac:chgData name="Annika Kiefer" userId="c292bd1e-1f25-4e89-adaa-eec436161fa0" providerId="ADAL" clId="{0B5441B2-F1A8-5CC7-81B5-EDE25064ADC8}" dt="2026-09-01T16:50:41.174" v="3175" actId="20577"/>
          <ac:spMkLst>
            <pc:docMk/>
            <pc:sldMk cId="698778453" sldId="294"/>
            <ac:spMk id="4" creationId="{EA277721-FCD3-2472-D0D0-AC0A86B24649}"/>
          </ac:spMkLst>
        </pc:spChg>
      </pc:sldChg>
      <pc:sldChg chg="addSp delSp modSp add del mod modNotesTx">
        <pc:chgData name="Annika Kiefer" userId="c292bd1e-1f25-4e89-adaa-eec436161fa0" providerId="ADAL" clId="{0B5441B2-F1A8-5CC7-81B5-EDE25064ADC8}" dt="2026-09-02T14:47:46.763" v="4343" actId="2696"/>
        <pc:sldMkLst>
          <pc:docMk/>
          <pc:sldMk cId="122800255" sldId="295"/>
        </pc:sldMkLst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2" creationId="{22D15FC8-BFE2-19A2-3DCB-5D3E1D6FA336}"/>
          </ac:spMkLst>
        </pc:spChg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3" creationId="{D14598B6-C596-6EE7-85CD-3D97B4EA1454}"/>
          </ac:spMkLst>
        </pc:spChg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4" creationId="{CB938F0E-4CE4-2D9B-DAC3-4CAEC4DD9096}"/>
          </ac:spMkLst>
        </pc:spChg>
        <pc:spChg chg="add del mod">
          <ac:chgData name="Annika Kiefer" userId="c292bd1e-1f25-4e89-adaa-eec436161fa0" providerId="ADAL" clId="{0B5441B2-F1A8-5CC7-81B5-EDE25064ADC8}" dt="2026-09-02T08:53:06.173" v="3238" actId="478"/>
          <ac:spMkLst>
            <pc:docMk/>
            <pc:sldMk cId="122800255" sldId="295"/>
            <ac:spMk id="5" creationId="{578A5FC9-A0C5-1A83-4C52-F9D1E90E1633}"/>
          </ac:spMkLst>
        </pc:spChg>
        <pc:spChg chg="add del mod">
          <ac:chgData name="Annika Kiefer" userId="c292bd1e-1f25-4e89-adaa-eec436161fa0" providerId="ADAL" clId="{0B5441B2-F1A8-5CC7-81B5-EDE25064ADC8}" dt="2026-09-02T08:53:23.275" v="3240" actId="478"/>
          <ac:spMkLst>
            <pc:docMk/>
            <pc:sldMk cId="122800255" sldId="295"/>
            <ac:spMk id="6" creationId="{667B2D04-18EE-520F-C1A0-1CE9802191C9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7" creationId="{86F46089-8E50-5A5F-8545-80B72A262239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9" creationId="{360D3838-9652-8E83-409D-AA48336CD7DD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0" creationId="{1889FAE0-C359-8076-DE5A-D51301B66D08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1" creationId="{6BF9A53E-8B97-1D76-6BA9-01272A4D6E3B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2" creationId="{283887A5-E479-2E48-FD05-FBD90C6F23B6}"/>
          </ac:spMkLst>
        </pc:spChg>
        <pc:spChg chg="add mod">
          <ac:chgData name="Annika Kiefer" userId="c292bd1e-1f25-4e89-adaa-eec436161fa0" providerId="ADAL" clId="{0B5441B2-F1A8-5CC7-81B5-EDE25064ADC8}" dt="2026-09-02T08:54:46.259" v="3247" actId="20577"/>
          <ac:spMkLst>
            <pc:docMk/>
            <pc:sldMk cId="122800255" sldId="295"/>
            <ac:spMk id="13" creationId="{C0B3A107-C841-D62E-2F8A-E7202CA63670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4" creationId="{6F03AA7C-7D08-B62F-E7D5-8B7393FBDF8C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5" creationId="{CA1E498A-7ADB-69E2-49A1-51330662CFA7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6" creationId="{DF3A859A-BA66-0699-2D47-2286F32C0AA7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7" creationId="{868981D6-0442-5C07-6C46-05C9F66A1F9C}"/>
          </ac:spMkLst>
        </pc:sp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25" creationId="{3825B023-6069-659C-CEE5-62401E713990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26" creationId="{CA93C946-150E-97E4-AE76-A248749378D2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0" creationId="{143ECA0D-7B6B-D5D6-55EE-11D5E062EA6A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1" creationId="{735B6F39-830D-0DC0-41B3-19D7A73EBFD5}"/>
          </ac:picMkLst>
        </pc:picChg>
        <pc:picChg chg="add 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2" creationId="{8C784A09-9471-9819-AAA1-D7BE51D3119F}"/>
          </ac:picMkLst>
        </pc:picChg>
      </pc:sldChg>
      <pc:sldChg chg="new del">
        <pc:chgData name="Annika Kiefer" userId="c292bd1e-1f25-4e89-adaa-eec436161fa0" providerId="ADAL" clId="{0B5441B2-F1A8-5CC7-81B5-EDE25064ADC8}" dt="2026-09-02T08:49:17.217" v="3185" actId="680"/>
        <pc:sldMkLst>
          <pc:docMk/>
          <pc:sldMk cId="474547212" sldId="295"/>
        </pc:sldMkLst>
      </pc:sldChg>
      <pc:sldChg chg="modSp new mod ord">
        <pc:chgData name="Annika Kiefer" userId="c292bd1e-1f25-4e89-adaa-eec436161fa0" providerId="ADAL" clId="{0B5441B2-F1A8-5CC7-81B5-EDE25064ADC8}" dt="2026-09-02T12:39:19.111" v="4161" actId="255"/>
        <pc:sldMkLst>
          <pc:docMk/>
          <pc:sldMk cId="1070848695" sldId="296"/>
        </pc:sldMkLst>
        <pc:spChg chg="mod">
          <ac:chgData name="Annika Kiefer" userId="c292bd1e-1f25-4e89-adaa-eec436161fa0" providerId="ADAL" clId="{0B5441B2-F1A8-5CC7-81B5-EDE25064ADC8}" dt="2026-09-02T09:33:27.524" v="3668" actId="20577"/>
          <ac:spMkLst>
            <pc:docMk/>
            <pc:sldMk cId="1070848695" sldId="296"/>
            <ac:spMk id="2" creationId="{C23D18BD-6524-B342-0FC3-13DFF3CAC482}"/>
          </ac:spMkLst>
        </pc:spChg>
        <pc:spChg chg="mod">
          <ac:chgData name="Annika Kiefer" userId="c292bd1e-1f25-4e89-adaa-eec436161fa0" providerId="ADAL" clId="{0B5441B2-F1A8-5CC7-81B5-EDE25064ADC8}" dt="2026-09-02T12:39:19.111" v="4161" actId="255"/>
          <ac:spMkLst>
            <pc:docMk/>
            <pc:sldMk cId="1070848695" sldId="296"/>
            <ac:spMk id="3" creationId="{6CEBB933-B555-E9DE-8AE2-CB86FF2473F1}"/>
          </ac:spMkLst>
        </pc:spChg>
      </pc:sldChg>
      <pc:sldChg chg="addSp delSp modSp new mod modNotesTx">
        <pc:chgData name="Annika Kiefer" userId="c292bd1e-1f25-4e89-adaa-eec436161fa0" providerId="ADAL" clId="{0B5441B2-F1A8-5CC7-81B5-EDE25064ADC8}" dt="2026-09-02T09:59:22.705" v="4096" actId="20577"/>
        <pc:sldMkLst>
          <pc:docMk/>
          <pc:sldMk cId="1989369263" sldId="297"/>
        </pc:sldMkLst>
        <pc:spChg chg="mod">
          <ac:chgData name="Annika Kiefer" userId="c292bd1e-1f25-4e89-adaa-eec436161fa0" providerId="ADAL" clId="{0B5441B2-F1A8-5CC7-81B5-EDE25064ADC8}" dt="2026-09-02T09:49:19.048" v="3760" actId="20577"/>
          <ac:spMkLst>
            <pc:docMk/>
            <pc:sldMk cId="1989369263" sldId="297"/>
            <ac:spMk id="7" creationId="{93189D41-E16F-8510-E0DF-6F3F1D00856F}"/>
          </ac:spMkLst>
        </pc:spChg>
        <pc:spChg chg="add del mod">
          <ac:chgData name="Annika Kiefer" userId="c292bd1e-1f25-4e89-adaa-eec436161fa0" providerId="ADAL" clId="{0B5441B2-F1A8-5CC7-81B5-EDE25064ADC8}" dt="2026-09-02T09:51:13.862" v="3764" actId="478"/>
          <ac:spMkLst>
            <pc:docMk/>
            <pc:sldMk cId="1989369263" sldId="297"/>
            <ac:spMk id="8" creationId="{27E9E2DB-3787-AF29-0C08-34880AD0A089}"/>
          </ac:spMkLst>
        </pc:spChg>
        <pc:spChg chg="add del mod">
          <ac:chgData name="Annika Kiefer" userId="c292bd1e-1f25-4e89-adaa-eec436161fa0" providerId="ADAL" clId="{0B5441B2-F1A8-5CC7-81B5-EDE25064ADC8}" dt="2026-09-02T09:52:02.075" v="3776" actId="478"/>
          <ac:spMkLst>
            <pc:docMk/>
            <pc:sldMk cId="1989369263" sldId="297"/>
            <ac:spMk id="9" creationId="{638F387D-C4EF-A988-E55B-76E4308C4654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0" creationId="{4317E551-A76D-94D9-EEC7-24FE1A39B26F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1" creationId="{3FDEAE4C-270A-F271-E3F8-B2C75C1D0162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2" creationId="{1A3623A8-8FFE-4DA8-4D62-7B5FA8A74A4E}"/>
          </ac:spMkLst>
        </pc:spChg>
        <pc:spChg chg="add mod">
          <ac:chgData name="Annika Kiefer" userId="c292bd1e-1f25-4e89-adaa-eec436161fa0" providerId="ADAL" clId="{0B5441B2-F1A8-5CC7-81B5-EDE25064ADC8}" dt="2026-09-02T09:56:01.125" v="3903" actId="14100"/>
          <ac:spMkLst>
            <pc:docMk/>
            <pc:sldMk cId="1989369263" sldId="297"/>
            <ac:spMk id="13" creationId="{2A43F73B-FE56-2A8A-9321-0FEFC53F31F2}"/>
          </ac:spMkLst>
        </pc:spChg>
        <pc:spChg chg="add del mod">
          <ac:chgData name="Annika Kiefer" userId="c292bd1e-1f25-4e89-adaa-eec436161fa0" providerId="ADAL" clId="{0B5441B2-F1A8-5CC7-81B5-EDE25064ADC8}" dt="2026-09-02T09:51:41.552" v="3771" actId="571"/>
          <ac:spMkLst>
            <pc:docMk/>
            <pc:sldMk cId="1989369263" sldId="297"/>
            <ac:spMk id="14" creationId="{216FD082-DD7A-5C8D-803E-A184DC0FC6D2}"/>
          </ac:spMkLst>
        </pc:spChg>
        <pc:spChg chg="add del mod">
          <ac:chgData name="Annika Kiefer" userId="c292bd1e-1f25-4e89-adaa-eec436161fa0" providerId="ADAL" clId="{0B5441B2-F1A8-5CC7-81B5-EDE25064ADC8}" dt="2026-09-02T09:51:41.350" v="3770" actId="571"/>
          <ac:spMkLst>
            <pc:docMk/>
            <pc:sldMk cId="1989369263" sldId="297"/>
            <ac:spMk id="15" creationId="{111B7225-F5AE-50B9-482C-78C032A3C089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6" creationId="{756B7B39-D290-789E-947A-7329F4F60148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7" creationId="{5D810308-D7A6-102F-596C-B817C31B7EDC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8" creationId="{B812ED65-9DA2-839E-ECA6-F2FB5CC45ED4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9" creationId="{98607900-13E9-B836-F46B-B4345CA9662E}"/>
          </ac:spMkLst>
        </pc:spChg>
        <pc:spChg chg="add del mod">
          <ac:chgData name="Annika Kiefer" userId="c292bd1e-1f25-4e89-adaa-eec436161fa0" providerId="ADAL" clId="{0B5441B2-F1A8-5CC7-81B5-EDE25064ADC8}" dt="2026-09-02T09:55:38.298" v="3883" actId="478"/>
          <ac:spMkLst>
            <pc:docMk/>
            <pc:sldMk cId="1989369263" sldId="297"/>
            <ac:spMk id="20" creationId="{5B7594BF-CC53-8F2C-8EEE-4127D803F19C}"/>
          </ac:spMkLst>
        </pc:spChg>
        <pc:spChg chg="add del mod">
          <ac:chgData name="Annika Kiefer" userId="c292bd1e-1f25-4e89-adaa-eec436161fa0" providerId="ADAL" clId="{0B5441B2-F1A8-5CC7-81B5-EDE25064ADC8}" dt="2026-09-02T09:54:17.309" v="3816" actId="478"/>
          <ac:spMkLst>
            <pc:docMk/>
            <pc:sldMk cId="1989369263" sldId="297"/>
            <ac:spMk id="21" creationId="{5C5C2608-8806-94E0-8211-29DEA260D439}"/>
          </ac:spMkLst>
        </pc:spChg>
        <pc:spChg chg="add del mod">
          <ac:chgData name="Annika Kiefer" userId="c292bd1e-1f25-4e89-adaa-eec436161fa0" providerId="ADAL" clId="{0B5441B2-F1A8-5CC7-81B5-EDE25064ADC8}" dt="2026-09-02T09:54:21.262" v="3819" actId="478"/>
          <ac:spMkLst>
            <pc:docMk/>
            <pc:sldMk cId="1989369263" sldId="297"/>
            <ac:spMk id="22" creationId="{DAD39018-0BC6-77BE-D4D8-7A839AD4651D}"/>
          </ac:spMkLst>
        </pc:spChg>
        <pc:spChg chg="add del mod">
          <ac:chgData name="Annika Kiefer" userId="c292bd1e-1f25-4e89-adaa-eec436161fa0" providerId="ADAL" clId="{0B5441B2-F1A8-5CC7-81B5-EDE25064ADC8}" dt="2026-09-02T09:54:23.012" v="3820" actId="478"/>
          <ac:spMkLst>
            <pc:docMk/>
            <pc:sldMk cId="1989369263" sldId="297"/>
            <ac:spMk id="23" creationId="{814A16F4-E8F4-EBA7-D679-1B6E02DFC7B6}"/>
          </ac:spMkLst>
        </pc:spChg>
        <pc:spChg chg="add del mod">
          <ac:chgData name="Annika Kiefer" userId="c292bd1e-1f25-4e89-adaa-eec436161fa0" providerId="ADAL" clId="{0B5441B2-F1A8-5CC7-81B5-EDE25064ADC8}" dt="2026-09-02T09:54:25.832" v="3821" actId="478"/>
          <ac:spMkLst>
            <pc:docMk/>
            <pc:sldMk cId="1989369263" sldId="297"/>
            <ac:spMk id="24" creationId="{869F2FE6-A10C-9CD0-BB95-CCF6D0D297B8}"/>
          </ac:spMkLst>
        </pc:spChg>
        <pc:spChg chg="add del mod">
          <ac:chgData name="Annika Kiefer" userId="c292bd1e-1f25-4e89-adaa-eec436161fa0" providerId="ADAL" clId="{0B5441B2-F1A8-5CC7-81B5-EDE25064ADC8}" dt="2026-09-02T09:56:44.730" v="3907" actId="478"/>
          <ac:spMkLst>
            <pc:docMk/>
            <pc:sldMk cId="1989369263" sldId="297"/>
            <ac:spMk id="25" creationId="{5FEEA696-14E8-3BD2-2FB2-4D6968417451}"/>
          </ac:spMkLst>
        </pc:spChg>
        <pc:spChg chg="add mod">
          <ac:chgData name="Annika Kiefer" userId="c292bd1e-1f25-4e89-adaa-eec436161fa0" providerId="ADAL" clId="{0B5441B2-F1A8-5CC7-81B5-EDE25064ADC8}" dt="2026-09-02T09:57:11.368" v="3909" actId="20577"/>
          <ac:spMkLst>
            <pc:docMk/>
            <pc:sldMk cId="1989369263" sldId="297"/>
            <ac:spMk id="26" creationId="{68267D1A-2897-26C2-325D-1DA52604DA36}"/>
          </ac:spMkLst>
        </pc:spChg>
        <pc:spChg chg="add mod">
          <ac:chgData name="Annika Kiefer" userId="c292bd1e-1f25-4e89-adaa-eec436161fa0" providerId="ADAL" clId="{0B5441B2-F1A8-5CC7-81B5-EDE25064ADC8}" dt="2026-09-02T09:57:18.689" v="3910" actId="571"/>
          <ac:spMkLst>
            <pc:docMk/>
            <pc:sldMk cId="1989369263" sldId="297"/>
            <ac:spMk id="27" creationId="{9D909B50-C601-215E-6B41-E0F21DA77C41}"/>
          </ac:spMkLst>
        </pc:spChg>
        <pc:spChg chg="add mod">
          <ac:chgData name="Annika Kiefer" userId="c292bd1e-1f25-4e89-adaa-eec436161fa0" providerId="ADAL" clId="{0B5441B2-F1A8-5CC7-81B5-EDE25064ADC8}" dt="2026-09-02T09:57:18.689" v="3910" actId="571"/>
          <ac:spMkLst>
            <pc:docMk/>
            <pc:sldMk cId="1989369263" sldId="297"/>
            <ac:spMk id="28" creationId="{BE50DAB9-8306-6115-5159-F561BFBDC958}"/>
          </ac:spMkLst>
        </pc:spChg>
        <pc:spChg chg="add mod">
          <ac:chgData name="Annika Kiefer" userId="c292bd1e-1f25-4e89-adaa-eec436161fa0" providerId="ADAL" clId="{0B5441B2-F1A8-5CC7-81B5-EDE25064ADC8}" dt="2026-09-02T09:57:25.785" v="3911" actId="571"/>
          <ac:spMkLst>
            <pc:docMk/>
            <pc:sldMk cId="1989369263" sldId="297"/>
            <ac:spMk id="29" creationId="{94B0640F-5C39-37BC-BA63-C722AA4802AA}"/>
          </ac:spMkLst>
        </pc:spChg>
        <pc:spChg chg="add mod">
          <ac:chgData name="Annika Kiefer" userId="c292bd1e-1f25-4e89-adaa-eec436161fa0" providerId="ADAL" clId="{0B5441B2-F1A8-5CC7-81B5-EDE25064ADC8}" dt="2026-09-02T09:57:25.785" v="3911" actId="571"/>
          <ac:spMkLst>
            <pc:docMk/>
            <pc:sldMk cId="1989369263" sldId="297"/>
            <ac:spMk id="30" creationId="{C0CF28BD-18F0-0C43-74D1-01E1E506F272}"/>
          </ac:spMkLst>
        </pc:spChg>
        <pc:spChg chg="add mod">
          <ac:chgData name="Annika Kiefer" userId="c292bd1e-1f25-4e89-adaa-eec436161fa0" providerId="ADAL" clId="{0B5441B2-F1A8-5CC7-81B5-EDE25064ADC8}" dt="2026-09-02T09:57:39.539" v="3912" actId="571"/>
          <ac:spMkLst>
            <pc:docMk/>
            <pc:sldMk cId="1989369263" sldId="297"/>
            <ac:spMk id="31" creationId="{82155C7D-5567-88C4-B2E8-026E99B8EF89}"/>
          </ac:spMkLst>
        </pc:spChg>
        <pc:spChg chg="add mod">
          <ac:chgData name="Annika Kiefer" userId="c292bd1e-1f25-4e89-adaa-eec436161fa0" providerId="ADAL" clId="{0B5441B2-F1A8-5CC7-81B5-EDE25064ADC8}" dt="2026-09-02T09:57:39.539" v="3912" actId="571"/>
          <ac:spMkLst>
            <pc:docMk/>
            <pc:sldMk cId="1989369263" sldId="297"/>
            <ac:spMk id="32" creationId="{B66B1583-7DF9-F2FA-0411-449CC5548219}"/>
          </ac:spMkLst>
        </pc:spChg>
        <pc:spChg chg="add mod">
          <ac:chgData name="Annika Kiefer" userId="c292bd1e-1f25-4e89-adaa-eec436161fa0" providerId="ADAL" clId="{0B5441B2-F1A8-5CC7-81B5-EDE25064ADC8}" dt="2026-09-02T09:57:44.173" v="3913" actId="571"/>
          <ac:spMkLst>
            <pc:docMk/>
            <pc:sldMk cId="1989369263" sldId="297"/>
            <ac:spMk id="33" creationId="{37A1A984-4B20-013E-C7F9-18205384FC0F}"/>
          </ac:spMkLst>
        </pc:spChg>
        <pc:spChg chg="add mod">
          <ac:chgData name="Annika Kiefer" userId="c292bd1e-1f25-4e89-adaa-eec436161fa0" providerId="ADAL" clId="{0B5441B2-F1A8-5CC7-81B5-EDE25064ADC8}" dt="2026-09-02T09:57:44.173" v="3913" actId="571"/>
          <ac:spMkLst>
            <pc:docMk/>
            <pc:sldMk cId="1989369263" sldId="297"/>
            <ac:spMk id="34" creationId="{87A42E63-5045-9850-F969-9BB64861DE63}"/>
          </ac:spMkLst>
        </pc:spChg>
      </pc:sldChg>
      <pc:sldChg chg="new del">
        <pc:chgData name="Annika Kiefer" userId="c292bd1e-1f25-4e89-adaa-eec436161fa0" providerId="ADAL" clId="{0B5441B2-F1A8-5CC7-81B5-EDE25064ADC8}" dt="2026-09-02T12:42:41.473" v="4175" actId="2696"/>
        <pc:sldMkLst>
          <pc:docMk/>
          <pc:sldMk cId="1362291867" sldId="298"/>
        </pc:sldMkLst>
      </pc:sldChg>
      <pc:sldChg chg="modSp new mod">
        <pc:chgData name="Annika Kiefer" userId="c292bd1e-1f25-4e89-adaa-eec436161fa0" providerId="ADAL" clId="{0B5441B2-F1A8-5CC7-81B5-EDE25064ADC8}" dt="2026-09-02T12:44:05.362" v="4225" actId="20577"/>
        <pc:sldMkLst>
          <pc:docMk/>
          <pc:sldMk cId="3203276857" sldId="299"/>
        </pc:sldMkLst>
        <pc:spChg chg="mod">
          <ac:chgData name="Annika Kiefer" userId="c292bd1e-1f25-4e89-adaa-eec436161fa0" providerId="ADAL" clId="{0B5441B2-F1A8-5CC7-81B5-EDE25064ADC8}" dt="2026-09-02T12:44:05.362" v="4225" actId="20577"/>
          <ac:spMkLst>
            <pc:docMk/>
            <pc:sldMk cId="3203276857" sldId="299"/>
            <ac:spMk id="5" creationId="{91E02C77-E2BF-4399-2939-79D7B79A799C}"/>
          </ac:spMkLst>
        </pc:spChg>
      </pc:sldChg>
      <pc:sldChg chg="modSp new mod">
        <pc:chgData name="Annika Kiefer" userId="c292bd1e-1f25-4e89-adaa-eec436161fa0" providerId="ADAL" clId="{0B5441B2-F1A8-5CC7-81B5-EDE25064ADC8}" dt="2026-09-02T12:44:09.558" v="4227" actId="20577"/>
        <pc:sldMkLst>
          <pc:docMk/>
          <pc:sldMk cId="1040168857" sldId="300"/>
        </pc:sldMkLst>
        <pc:spChg chg="mod">
          <ac:chgData name="Annika Kiefer" userId="c292bd1e-1f25-4e89-adaa-eec436161fa0" providerId="ADAL" clId="{0B5441B2-F1A8-5CC7-81B5-EDE25064ADC8}" dt="2026-09-02T12:44:09.558" v="4227" actId="20577"/>
          <ac:spMkLst>
            <pc:docMk/>
            <pc:sldMk cId="1040168857" sldId="300"/>
            <ac:spMk id="6" creationId="{ED273A21-3BDD-A4EB-9253-F94B67E97814}"/>
          </ac:spMkLst>
        </pc:spChg>
      </pc:sldChg>
      <pc:sldChg chg="addSp modSp new mod">
        <pc:chgData name="Annika Kiefer" userId="c292bd1e-1f25-4e89-adaa-eec436161fa0" providerId="ADAL" clId="{0B5441B2-F1A8-5CC7-81B5-EDE25064ADC8}" dt="2026-09-02T14:47:35.072" v="4342" actId="20577"/>
        <pc:sldMkLst>
          <pc:docMk/>
          <pc:sldMk cId="615775086" sldId="301"/>
        </pc:sldMkLst>
        <pc:spChg chg="mod">
          <ac:chgData name="Annika Kiefer" userId="c292bd1e-1f25-4e89-adaa-eec436161fa0" providerId="ADAL" clId="{0B5441B2-F1A8-5CC7-81B5-EDE25064ADC8}" dt="2026-09-02T14:47:17.722" v="4288" actId="20577"/>
          <ac:spMkLst>
            <pc:docMk/>
            <pc:sldMk cId="615775086" sldId="301"/>
            <ac:spMk id="2" creationId="{DCD843A8-63D7-3586-91C4-887BA507BDA0}"/>
          </ac:spMkLst>
        </pc:spChg>
        <pc:spChg chg="mod">
          <ac:chgData name="Annika Kiefer" userId="c292bd1e-1f25-4e89-adaa-eec436161fa0" providerId="ADAL" clId="{0B5441B2-F1A8-5CC7-81B5-EDE25064ADC8}" dt="2026-09-02T14:47:35.072" v="4342" actId="20577"/>
          <ac:spMkLst>
            <pc:docMk/>
            <pc:sldMk cId="615775086" sldId="301"/>
            <ac:spMk id="3" creationId="{30DC5021-8A27-19AA-14F7-57981DF05CE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4" creationId="{03816386-DC6E-7F25-5F30-3D30AD633B3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5" creationId="{7A88C4B8-7695-6866-158F-CC483F479B9A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6" creationId="{A95D6F4B-3E27-DC6F-2962-BDC1B4161273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7" creationId="{74A14392-C20F-6D20-972D-2A17CB6E650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8" creationId="{2257BAB8-5ADB-48FA-1FA6-0F19C583C40F}"/>
          </ac:spMkLst>
        </pc:spChg>
      </pc:sldChg>
      <pc:sldMasterChg chg="addSp delSp modSp new add del mod setBg addSldLayout delSldLayout modSldLayout">
        <pc:chgData name="Annika Kiefer" userId="c292bd1e-1f25-4e89-adaa-eec436161fa0" providerId="ADAL" clId="{0B5441B2-F1A8-5CC7-81B5-EDE25064ADC8}" dt="2026-09-01T12:03:20.302" v="1710" actId="2696"/>
        <pc:sldMasterMkLst>
          <pc:docMk/>
          <pc:sldMasterMk cId="4271181659" sldId="2147483666"/>
        </pc:sldMasterMkLst>
      </pc:sldMasterChg>
      <pc:sldMasterChg chg="addSp delSp modSp add mod addSldLayout delSldLayout modSldLayout sldLayoutOrd">
        <pc:chgData name="Annika Kiefer" userId="c292bd1e-1f25-4e89-adaa-eec436161fa0" providerId="ADAL" clId="{0B5441B2-F1A8-5CC7-81B5-EDE25064ADC8}" dt="2026-09-02T14:46:30.366" v="4243" actId="20577"/>
        <pc:sldMasterMkLst>
          <pc:docMk/>
          <pc:sldMasterMk cId="960462109" sldId="2147483677"/>
        </pc:sldMasterMkLst>
        <pc:spChg chg="add del mod">
          <ac:chgData name="Annika Kiefer" userId="c292bd1e-1f25-4e89-adaa-eec436161fa0" providerId="ADAL" clId="{0B5441B2-F1A8-5CC7-81B5-EDE25064ADC8}" dt="2026-09-01T16:44:18.921" v="3011" actId="478"/>
          <ac:spMkLst>
            <pc:docMk/>
            <pc:sldMasterMk cId="960462109" sldId="2147483677"/>
            <ac:spMk id="2" creationId="{6827BD86-A650-12F5-EE32-C0F1BA3154B1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3" creationId="{2AB2A5BD-ADDC-D8F4-ED8F-FE22CCC50496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4" creationId="{923ABAE4-11A4-0DF7-8221-45BF536C5663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5" creationId="{49A32361-99E2-873C-666A-837E0491BCFD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6" creationId="{4F09FC43-DAD0-4573-5036-24AE1AF46539}"/>
          </ac:spMkLst>
        </pc:spChg>
        <pc:spChg chg="del mod">
          <ac:chgData name="Annika Kiefer" userId="c292bd1e-1f25-4e89-adaa-eec436161fa0" providerId="ADAL" clId="{0B5441B2-F1A8-5CC7-81B5-EDE25064ADC8}" dt="2026-09-01T12:19:53.047" v="1780" actId="478"/>
          <ac:spMkLst>
            <pc:docMk/>
            <pc:sldMasterMk cId="960462109" sldId="2147483677"/>
            <ac:spMk id="7" creationId="{4EB47930-53F4-206C-2084-25A67BB4770E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7" creationId="{F0E96F8C-21B8-0985-A26B-16B645794633}"/>
          </ac:spMkLst>
        </pc:spChg>
        <pc:spChg chg="add del mod">
          <ac:chgData name="Annika Kiefer" userId="c292bd1e-1f25-4e89-adaa-eec436161fa0" providerId="ADAL" clId="{0B5441B2-F1A8-5CC7-81B5-EDE25064ADC8}" dt="2026-09-02T09:21:48.607" v="3411" actId="478"/>
          <ac:spMkLst>
            <pc:docMk/>
            <pc:sldMasterMk cId="960462109" sldId="2147483677"/>
            <ac:spMk id="8" creationId="{D00CE86C-510C-744D-4D6D-739781CBCAB5}"/>
          </ac:spMkLst>
        </pc:spChg>
        <pc:spChg chg="add del mod">
          <ac:chgData name="Annika Kiefer" userId="c292bd1e-1f25-4e89-adaa-eec436161fa0" providerId="ADAL" clId="{0B5441B2-F1A8-5CC7-81B5-EDE25064ADC8}" dt="2026-09-01T09:10:43.182" v="1146" actId="478"/>
          <ac:spMkLst>
            <pc:docMk/>
            <pc:sldMasterMk cId="960462109" sldId="2147483677"/>
            <ac:spMk id="15" creationId="{80AC892F-873A-0630-A972-48DBBAEA63BE}"/>
          </ac:spMkLst>
        </pc:spChg>
        <pc:spChg chg="add del mod">
          <ac:chgData name="Annika Kiefer" userId="c292bd1e-1f25-4e89-adaa-eec436161fa0" providerId="ADAL" clId="{0B5441B2-F1A8-5CC7-81B5-EDE25064ADC8}" dt="2026-09-01T09:31:48.652" v="1339" actId="478"/>
          <ac:spMkLst>
            <pc:docMk/>
            <pc:sldMasterMk cId="960462109" sldId="2147483677"/>
            <ac:spMk id="16" creationId="{A2C95DEA-0E42-40D0-9ABC-578546B06E7D}"/>
          </ac:spMkLst>
        </pc:spChg>
        <pc:spChg chg="add del mod">
          <ac:chgData name="Annika Kiefer" userId="c292bd1e-1f25-4e89-adaa-eec436161fa0" providerId="ADAL" clId="{0B5441B2-F1A8-5CC7-81B5-EDE25064ADC8}" dt="2026-09-01T10:14:50.482" v="1490" actId="478"/>
          <ac:spMkLst>
            <pc:docMk/>
            <pc:sldMasterMk cId="960462109" sldId="2147483677"/>
            <ac:spMk id="17" creationId="{0E0D04D9-3AF6-1337-878E-44D6F63B81B8}"/>
          </ac:spMkLst>
        </pc:spChg>
        <pc:spChg chg="add del mod">
          <ac:chgData name="Annika Kiefer" userId="c292bd1e-1f25-4e89-adaa-eec436161fa0" providerId="ADAL" clId="{0B5441B2-F1A8-5CC7-81B5-EDE25064ADC8}" dt="2026-09-01T11:51:58.275" v="1656" actId="478"/>
          <ac:spMkLst>
            <pc:docMk/>
            <pc:sldMasterMk cId="960462109" sldId="2147483677"/>
            <ac:spMk id="18" creationId="{803CA1F7-21FD-CE74-32F2-D788ED20BF5C}"/>
          </ac:spMkLst>
        </pc:spChg>
        <pc:spChg chg="add mod">
          <ac:chgData name="Annika Kiefer" userId="c292bd1e-1f25-4e89-adaa-eec436161fa0" providerId="ADAL" clId="{0B5441B2-F1A8-5CC7-81B5-EDE25064ADC8}" dt="2026-09-01T12:19:44.486" v="1778" actId="571"/>
          <ac:spMkLst>
            <pc:docMk/>
            <pc:sldMasterMk cId="960462109" sldId="2147483677"/>
            <ac:spMk id="19" creationId="{936DF135-2F9D-81AD-B4E7-5FCF8644FC68}"/>
          </ac:spMkLst>
        </pc:spChg>
        <pc:sldLayoutChg chg="addSp delSp modSp mod">
          <pc:chgData name="Annika Kiefer" userId="c292bd1e-1f25-4e89-adaa-eec436161fa0" providerId="ADAL" clId="{0B5441B2-F1A8-5CC7-81B5-EDE25064ADC8}" dt="2026-09-01T15:31:18.077" v="2880"/>
          <pc:sldLayoutMkLst>
            <pc:docMk/>
            <pc:sldMasterMk cId="960462109" sldId="2147483677"/>
            <pc:sldLayoutMk cId="3434006953" sldId="2147483648"/>
          </pc:sldLayoutMkLst>
          <pc:spChg chg="add del">
            <ac:chgData name="Annika Kiefer" userId="c292bd1e-1f25-4e89-adaa-eec436161fa0" providerId="ADAL" clId="{0B5441B2-F1A8-5CC7-81B5-EDE25064ADC8}" dt="2026-09-01T14:35:57.802" v="2371" actId="11529"/>
            <ac:spMkLst>
              <pc:docMk/>
              <pc:sldMasterMk cId="960462109" sldId="2147483677"/>
              <pc:sldLayoutMk cId="3434006953" sldId="2147483648"/>
              <ac:spMk id="2" creationId="{E27BBFDF-A4B9-E64E-2C8B-0D7C354F79F1}"/>
            </ac:spMkLst>
          </pc:spChg>
          <pc:spChg chg="add del mod">
            <ac:chgData name="Annika Kiefer" userId="c292bd1e-1f25-4e89-adaa-eec436161fa0" providerId="ADAL" clId="{0B5441B2-F1A8-5CC7-81B5-EDE25064ADC8}" dt="2026-09-01T14:37:42.629" v="2400" actId="478"/>
            <ac:spMkLst>
              <pc:docMk/>
              <pc:sldMasterMk cId="960462109" sldId="2147483677"/>
              <pc:sldLayoutMk cId="3434006953" sldId="2147483648"/>
              <ac:spMk id="3" creationId="{46BF3739-F5EE-661F-B0F8-A20B1E78FBB1}"/>
            </ac:spMkLst>
          </pc:spChg>
          <pc:spChg chg="add del mod">
            <ac:chgData name="Annika Kiefer" userId="c292bd1e-1f25-4e89-adaa-eec436161fa0" providerId="ADAL" clId="{0B5441B2-F1A8-5CC7-81B5-EDE25064ADC8}" dt="2026-09-01T14:38:24.373" v="2407" actId="478"/>
            <ac:spMkLst>
              <pc:docMk/>
              <pc:sldMasterMk cId="960462109" sldId="2147483677"/>
              <pc:sldLayoutMk cId="3434006953" sldId="2147483648"/>
              <ac:spMk id="4" creationId="{A6DD0CB3-FDFB-7E08-E59D-9CEA24050B05}"/>
            </ac:spMkLst>
          </pc:spChg>
          <pc:spChg chg="add mod">
            <ac:chgData name="Annika Kiefer" userId="c292bd1e-1f25-4e89-adaa-eec436161fa0" providerId="ADAL" clId="{0B5441B2-F1A8-5CC7-81B5-EDE25064ADC8}" dt="2026-09-01T15:31:18.077" v="2880"/>
            <ac:spMkLst>
              <pc:docMk/>
              <pc:sldMasterMk cId="960462109" sldId="2147483677"/>
              <pc:sldLayoutMk cId="3434006953" sldId="2147483648"/>
              <ac:spMk id="5" creationId="{EB682B8F-1B8A-C36A-5A5D-23F98C10194E}"/>
            </ac:spMkLst>
          </pc:spChg>
          <pc:spChg chg="add del mod">
            <ac:chgData name="Annika Kiefer" userId="c292bd1e-1f25-4e89-adaa-eec436161fa0" providerId="ADAL" clId="{0B5441B2-F1A8-5CC7-81B5-EDE25064ADC8}" dt="2026-09-01T14:37:05.104" v="2378" actId="478"/>
            <ac:spMkLst>
              <pc:docMk/>
              <pc:sldMasterMk cId="960462109" sldId="2147483677"/>
              <pc:sldLayoutMk cId="3434006953" sldId="2147483648"/>
              <ac:spMk id="6" creationId="{6ED0BB07-F623-B8F2-CF4E-BD4879C33051}"/>
            </ac:spMkLst>
          </pc:spChg>
          <pc:spChg chg="add mod">
            <ac:chgData name="Annika Kiefer" userId="c292bd1e-1f25-4e89-adaa-eec436161fa0" providerId="ADAL" clId="{0B5441B2-F1A8-5CC7-81B5-EDE25064ADC8}" dt="2026-09-01T14:38:17.221" v="2404" actId="571"/>
            <ac:spMkLst>
              <pc:docMk/>
              <pc:sldMasterMk cId="960462109" sldId="2147483677"/>
              <pc:sldLayoutMk cId="3434006953" sldId="2147483648"/>
              <ac:spMk id="7" creationId="{B181D8B9-BA5A-21E7-2EC9-B9FEC70AE299}"/>
            </ac:spMkLst>
          </pc:spChg>
        </pc:sldLayoutChg>
        <pc:sldLayoutChg chg="addSp delSp modSp mod ord">
          <pc:chgData name="Annika Kiefer" userId="c292bd1e-1f25-4e89-adaa-eec436161fa0" providerId="ADAL" clId="{0B5441B2-F1A8-5CC7-81B5-EDE25064ADC8}" dt="2026-09-02T14:46:30.366" v="4243" actId="20577"/>
          <pc:sldLayoutMkLst>
            <pc:docMk/>
            <pc:sldMasterMk cId="960462109" sldId="2147483677"/>
            <pc:sldLayoutMk cId="3622970358" sldId="2147483649"/>
          </pc:sldLayoutMkLst>
          <pc:spChg chg="add del mod">
            <ac:chgData name="Annika Kiefer" userId="c292bd1e-1f25-4e89-adaa-eec436161fa0" providerId="ADAL" clId="{0B5441B2-F1A8-5CC7-81B5-EDE25064ADC8}" dt="2026-09-01T08:52:31.072" v="1061" actId="478"/>
            <ac:spMkLst>
              <pc:docMk/>
              <pc:sldMasterMk cId="960462109" sldId="2147483677"/>
              <pc:sldLayoutMk cId="3622970358" sldId="2147483649"/>
              <ac:spMk id="3" creationId="{65E8C412-BEB8-8957-2AF8-140FC2C43D09}"/>
            </ac:spMkLst>
          </pc:spChg>
          <pc:spChg chg="add del">
            <ac:chgData name="Annika Kiefer" userId="c292bd1e-1f25-4e89-adaa-eec436161fa0" providerId="ADAL" clId="{0B5441B2-F1A8-5CC7-81B5-EDE25064ADC8}" dt="2026-09-01T08:49:43.549" v="944" actId="11529"/>
            <ac:spMkLst>
              <pc:docMk/>
              <pc:sldMasterMk cId="960462109" sldId="2147483677"/>
              <pc:sldLayoutMk cId="3622970358" sldId="2147483649"/>
              <ac:spMk id="5" creationId="{97F5C7C0-0177-8895-25CB-D4B1A1FE7D82}"/>
            </ac:spMkLst>
          </pc:spChg>
          <pc:spChg chg="add del mod">
            <ac:chgData name="Annika Kiefer" userId="c292bd1e-1f25-4e89-adaa-eec436161fa0" providerId="ADAL" clId="{0B5441B2-F1A8-5CC7-81B5-EDE25064ADC8}" dt="2026-09-01T08:53:39.927" v="1066" actId="478"/>
            <ac:spMkLst>
              <pc:docMk/>
              <pc:sldMasterMk cId="960462109" sldId="2147483677"/>
              <pc:sldLayoutMk cId="3622970358" sldId="2147483649"/>
              <ac:spMk id="6" creationId="{7D5D89D6-32CE-C7B6-2B1D-6F0E508D0A9F}"/>
            </ac:spMkLst>
          </pc:spChg>
          <pc:spChg chg="add del mod">
            <ac:chgData name="Annika Kiefer" userId="c292bd1e-1f25-4e89-adaa-eec436161fa0" providerId="ADAL" clId="{0B5441B2-F1A8-5CC7-81B5-EDE25064ADC8}" dt="2026-09-01T08:53:57.661" v="1069" actId="478"/>
            <ac:spMkLst>
              <pc:docMk/>
              <pc:sldMasterMk cId="960462109" sldId="2147483677"/>
              <pc:sldLayoutMk cId="3622970358" sldId="2147483649"/>
              <ac:spMk id="7" creationId="{01BA2DEB-44D1-721D-7324-DF07915388D3}"/>
            </ac:spMkLst>
          </pc:spChg>
          <pc:spChg chg="add mod">
            <ac:chgData name="Annika Kiefer" userId="c292bd1e-1f25-4e89-adaa-eec436161fa0" providerId="ADAL" clId="{0B5441B2-F1A8-5CC7-81B5-EDE25064ADC8}" dt="2026-09-02T14:46:24.099" v="4242" actId="1035"/>
            <ac:spMkLst>
              <pc:docMk/>
              <pc:sldMasterMk cId="960462109" sldId="2147483677"/>
              <pc:sldLayoutMk cId="3622970358" sldId="2147483649"/>
              <ac:spMk id="8" creationId="{228A04D3-CE48-654C-4B0F-6C23A0CD0DF0}"/>
            </ac:spMkLst>
          </pc:spChg>
          <pc:spChg chg="add del">
            <ac:chgData name="Annika Kiefer" userId="c292bd1e-1f25-4e89-adaa-eec436161fa0" providerId="ADAL" clId="{0B5441B2-F1A8-5CC7-81B5-EDE25064ADC8}" dt="2026-09-01T08:54:47.870" v="1075" actId="11529"/>
            <ac:spMkLst>
              <pc:docMk/>
              <pc:sldMasterMk cId="960462109" sldId="2147483677"/>
              <pc:sldLayoutMk cId="3622970358" sldId="2147483649"/>
              <ac:spMk id="9" creationId="{1822F69F-4BEC-E6E0-8B15-5802F824231B}"/>
            </ac:spMkLst>
          </pc:spChg>
          <pc:spChg chg="add del mod">
            <ac:chgData name="Annika Kiefer" userId="c292bd1e-1f25-4e89-adaa-eec436161fa0" providerId="ADAL" clId="{0B5441B2-F1A8-5CC7-81B5-EDE25064ADC8}" dt="2026-09-01T08:57:00.116" v="1099" actId="478"/>
            <ac:spMkLst>
              <pc:docMk/>
              <pc:sldMasterMk cId="960462109" sldId="2147483677"/>
              <pc:sldLayoutMk cId="3622970358" sldId="2147483649"/>
              <ac:spMk id="10" creationId="{CF3E443E-249C-A9FF-46E5-988D2C932F6B}"/>
            </ac:spMkLst>
          </pc:spChg>
          <pc:spChg chg="add mod">
            <ac:chgData name="Annika Kiefer" userId="c292bd1e-1f25-4e89-adaa-eec436161fa0" providerId="ADAL" clId="{0B5441B2-F1A8-5CC7-81B5-EDE25064ADC8}" dt="2026-09-02T14:46:30.366" v="4243" actId="20577"/>
            <ac:spMkLst>
              <pc:docMk/>
              <pc:sldMasterMk cId="960462109" sldId="2147483677"/>
              <pc:sldLayoutMk cId="3622970358" sldId="2147483649"/>
              <ac:spMk id="11" creationId="{14EEE0CD-8BD1-477B-2F1B-07207FCE1B77}"/>
            </ac:spMkLst>
          </pc:spChg>
        </pc:sldLayoutChg>
        <pc:sldLayoutChg chg="addSp delSp modSp mod ord">
          <pc:chgData name="Annika Kiefer" userId="c292bd1e-1f25-4e89-adaa-eec436161fa0" providerId="ADAL" clId="{0B5441B2-F1A8-5CC7-81B5-EDE25064ADC8}" dt="2026-09-01T14:32:53.411" v="2360" actId="478"/>
          <pc:sldLayoutMkLst>
            <pc:docMk/>
            <pc:sldMasterMk cId="960462109" sldId="2147483677"/>
            <pc:sldLayoutMk cId="4279913374" sldId="2147483650"/>
          </pc:sldLayoutMkLst>
          <pc:spChg chg="add mod">
            <ac:chgData name="Annika Kiefer" userId="c292bd1e-1f25-4e89-adaa-eec436161fa0" providerId="ADAL" clId="{0B5441B2-F1A8-5CC7-81B5-EDE25064ADC8}" dt="2026-08-31T15:33:00.093" v="766" actId="207"/>
            <ac:spMkLst>
              <pc:docMk/>
              <pc:sldMasterMk cId="960462109" sldId="2147483677"/>
              <pc:sldLayoutMk cId="4279913374" sldId="2147483650"/>
              <ac:spMk id="4" creationId="{45A00423-8986-4890-1449-6BA9CCE9F0E9}"/>
            </ac:spMkLst>
          </pc:spChg>
          <pc:spChg chg="add del">
            <ac:chgData name="Annika Kiefer" userId="c292bd1e-1f25-4e89-adaa-eec436161fa0" providerId="ADAL" clId="{0B5441B2-F1A8-5CC7-81B5-EDE25064ADC8}" dt="2026-09-01T09:02:45.074" v="1100" actId="11529"/>
            <ac:spMkLst>
              <pc:docMk/>
              <pc:sldMasterMk cId="960462109" sldId="2147483677"/>
              <pc:sldLayoutMk cId="4279913374" sldId="2147483650"/>
              <ac:spMk id="5" creationId="{585A8438-CCEC-BD29-77FD-C0BD3D848D8C}"/>
            </ac:spMkLst>
          </pc:spChg>
          <pc:spChg chg="add del mod">
            <ac:chgData name="Annika Kiefer" userId="c292bd1e-1f25-4e89-adaa-eec436161fa0" providerId="ADAL" clId="{0B5441B2-F1A8-5CC7-81B5-EDE25064ADC8}" dt="2026-09-01T09:08:24.698" v="1122" actId="21"/>
            <ac:spMkLst>
              <pc:docMk/>
              <pc:sldMasterMk cId="960462109" sldId="2147483677"/>
              <pc:sldLayoutMk cId="4279913374" sldId="2147483650"/>
              <ac:spMk id="6" creationId="{2B186E7C-1823-69B0-5C1F-006051E6D5A5}"/>
            </ac:spMkLst>
          </pc:spChg>
          <pc:spChg chg="add del">
            <ac:chgData name="Annika Kiefer" userId="c292bd1e-1f25-4e89-adaa-eec436161fa0" providerId="ADAL" clId="{0B5441B2-F1A8-5CC7-81B5-EDE25064ADC8}" dt="2026-09-01T09:10:13.404" v="1141" actId="11529"/>
            <ac:spMkLst>
              <pc:docMk/>
              <pc:sldMasterMk cId="960462109" sldId="2147483677"/>
              <pc:sldLayoutMk cId="4279913374" sldId="2147483650"/>
              <ac:spMk id="7" creationId="{01DA7850-5014-B1C0-BA28-0EE55C3BC750}"/>
            </ac:spMkLst>
          </pc:spChg>
          <pc:spChg chg="add del mod">
            <ac:chgData name="Annika Kiefer" userId="c292bd1e-1f25-4e89-adaa-eec436161fa0" providerId="ADAL" clId="{0B5441B2-F1A8-5CC7-81B5-EDE25064ADC8}" dt="2026-09-01T09:10:28.256" v="1143" actId="478"/>
            <ac:spMkLst>
              <pc:docMk/>
              <pc:sldMasterMk cId="960462109" sldId="2147483677"/>
              <pc:sldLayoutMk cId="4279913374" sldId="2147483650"/>
              <ac:spMk id="8" creationId="{695171AB-F325-46B7-6948-CD1364CC1E1E}"/>
            </ac:spMkLst>
          </pc:spChg>
          <pc:spChg chg="add del">
            <ac:chgData name="Annika Kiefer" userId="c292bd1e-1f25-4e89-adaa-eec436161fa0" providerId="ADAL" clId="{0B5441B2-F1A8-5CC7-81B5-EDE25064ADC8}" dt="2026-09-01T09:10:34.519" v="1144" actId="11529"/>
            <ac:spMkLst>
              <pc:docMk/>
              <pc:sldMasterMk cId="960462109" sldId="2147483677"/>
              <pc:sldLayoutMk cId="4279913374" sldId="2147483650"/>
              <ac:spMk id="9" creationId="{A0C1AA28-FEEA-8B72-96D7-A45BBFC562E3}"/>
            </ac:spMkLst>
          </pc:spChg>
          <pc:spChg chg="add del mod">
            <ac:chgData name="Annika Kiefer" userId="c292bd1e-1f25-4e89-adaa-eec436161fa0" providerId="ADAL" clId="{0B5441B2-F1A8-5CC7-81B5-EDE25064ADC8}" dt="2026-09-01T09:10:38.226" v="1145" actId="478"/>
            <ac:spMkLst>
              <pc:docMk/>
              <pc:sldMasterMk cId="960462109" sldId="2147483677"/>
              <pc:sldLayoutMk cId="4279913374" sldId="2147483650"/>
              <ac:spMk id="10" creationId="{9683D3C9-CB93-53B5-72A1-0728EB3ED163}"/>
            </ac:spMkLst>
          </pc:spChg>
          <pc:spChg chg="add del">
            <ac:chgData name="Annika Kiefer" userId="c292bd1e-1f25-4e89-adaa-eec436161fa0" providerId="ADAL" clId="{0B5441B2-F1A8-5CC7-81B5-EDE25064ADC8}" dt="2026-09-01T09:10:55.536" v="1147" actId="11529"/>
            <ac:spMkLst>
              <pc:docMk/>
              <pc:sldMasterMk cId="960462109" sldId="2147483677"/>
              <pc:sldLayoutMk cId="4279913374" sldId="2147483650"/>
              <ac:spMk id="11" creationId="{4C84A977-A651-0DEB-15E3-6526D7AFC329}"/>
            </ac:spMkLst>
          </pc:spChg>
          <pc:spChg chg="add del mod">
            <ac:chgData name="Annika Kiefer" userId="c292bd1e-1f25-4e89-adaa-eec436161fa0" providerId="ADAL" clId="{0B5441B2-F1A8-5CC7-81B5-EDE25064ADC8}" dt="2026-09-01T14:32:53.411" v="2360" actId="478"/>
            <ac:spMkLst>
              <pc:docMk/>
              <pc:sldMasterMk cId="960462109" sldId="2147483677"/>
              <pc:sldLayoutMk cId="4279913374" sldId="2147483650"/>
              <ac:spMk id="12" creationId="{C04AB411-B8BE-A7AB-7208-E213E4E61DFC}"/>
            </ac:spMkLst>
          </pc:spChg>
        </pc:sldLayoutChg>
        <pc:sldLayoutChg chg="addSp delSp modSp mod">
          <pc:chgData name="Annika Kiefer" userId="c292bd1e-1f25-4e89-adaa-eec436161fa0" providerId="ADAL" clId="{0B5441B2-F1A8-5CC7-81B5-EDE25064ADC8}" dt="2026-09-01T15:32:50.894" v="2895" actId="113"/>
          <pc:sldLayoutMkLst>
            <pc:docMk/>
            <pc:sldMasterMk cId="960462109" sldId="2147483677"/>
            <pc:sldLayoutMk cId="2051230226" sldId="2147483651"/>
          </pc:sldLayoutMkLst>
          <pc:spChg chg="add del">
            <ac:chgData name="Annika Kiefer" userId="c292bd1e-1f25-4e89-adaa-eec436161fa0" providerId="ADAL" clId="{0B5441B2-F1A8-5CC7-81B5-EDE25064ADC8}" dt="2026-09-01T14:27:59.505" v="2355" actId="478"/>
            <ac:spMkLst>
              <pc:docMk/>
              <pc:sldMasterMk cId="960462109" sldId="2147483677"/>
              <pc:sldLayoutMk cId="2051230226" sldId="2147483651"/>
              <ac:spMk id="3" creationId="{4094B8D1-5161-9BD9-5CA6-2CB2432F3057}"/>
            </ac:spMkLst>
          </pc:spChg>
          <pc:spChg chg="add del mod">
            <ac:chgData name="Annika Kiefer" userId="c292bd1e-1f25-4e89-adaa-eec436161fa0" providerId="ADAL" clId="{0B5441B2-F1A8-5CC7-81B5-EDE25064ADC8}" dt="2026-09-01T14:27:56.319" v="2353" actId="478"/>
            <ac:spMkLst>
              <pc:docMk/>
              <pc:sldMasterMk cId="960462109" sldId="2147483677"/>
              <pc:sldLayoutMk cId="2051230226" sldId="2147483651"/>
              <ac:spMk id="4" creationId="{F95B686C-3F88-468A-9B7C-A398DEB00508}"/>
            </ac:spMkLst>
          </pc:spChg>
          <pc:spChg chg="add del">
            <ac:chgData name="Annika Kiefer" userId="c292bd1e-1f25-4e89-adaa-eec436161fa0" providerId="ADAL" clId="{0B5441B2-F1A8-5CC7-81B5-EDE25064ADC8}" dt="2026-09-01T14:28:13.651" v="2357" actId="478"/>
            <ac:spMkLst>
              <pc:docMk/>
              <pc:sldMasterMk cId="960462109" sldId="2147483677"/>
              <pc:sldLayoutMk cId="2051230226" sldId="2147483651"/>
              <ac:spMk id="6" creationId="{BF312D4A-436B-0E8D-7E0F-3DF9E8EC2C16}"/>
            </ac:spMkLst>
          </pc:spChg>
          <pc:spChg chg="add del">
            <ac:chgData name="Annika Kiefer" userId="c292bd1e-1f25-4e89-adaa-eec436161fa0" providerId="ADAL" clId="{0B5441B2-F1A8-5CC7-81B5-EDE25064ADC8}" dt="2026-09-01T14:40:34.521" v="2419" actId="11529"/>
            <ac:spMkLst>
              <pc:docMk/>
              <pc:sldMasterMk cId="960462109" sldId="2147483677"/>
              <pc:sldLayoutMk cId="2051230226" sldId="2147483651"/>
              <ac:spMk id="7" creationId="{9F83254C-161B-BB06-6C2E-C878CF000DF4}"/>
            </ac:spMkLst>
          </pc:spChg>
          <pc:spChg chg="add del mod">
            <ac:chgData name="Annika Kiefer" userId="c292bd1e-1f25-4e89-adaa-eec436161fa0" providerId="ADAL" clId="{0B5441B2-F1A8-5CC7-81B5-EDE25064ADC8}" dt="2026-09-01T14:42:41.166" v="2490" actId="478"/>
            <ac:spMkLst>
              <pc:docMk/>
              <pc:sldMasterMk cId="960462109" sldId="2147483677"/>
              <pc:sldLayoutMk cId="2051230226" sldId="2147483651"/>
              <ac:spMk id="8" creationId="{7FD9DA31-A17B-44A0-6B87-D79C8989921C}"/>
            </ac:spMkLst>
          </pc:spChg>
          <pc:spChg chg="add mod">
            <ac:chgData name="Annika Kiefer" userId="c292bd1e-1f25-4e89-adaa-eec436161fa0" providerId="ADAL" clId="{0B5441B2-F1A8-5CC7-81B5-EDE25064ADC8}" dt="2026-09-01T14:42:33.072" v="2488" actId="571"/>
            <ac:spMkLst>
              <pc:docMk/>
              <pc:sldMasterMk cId="960462109" sldId="2147483677"/>
              <pc:sldLayoutMk cId="2051230226" sldId="2147483651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1T09:28:23.242" v="1318" actId="478"/>
            <ac:spMkLst>
              <pc:docMk/>
              <pc:sldMasterMk cId="960462109" sldId="2147483677"/>
              <pc:sldLayoutMk cId="2051230226" sldId="2147483651"/>
              <ac:spMk id="9" creationId="{8CE650B7-E78A-0A6A-AC25-09C06C1BDDAB}"/>
            </ac:spMkLst>
          </pc:spChg>
          <pc:spChg chg="add mod">
            <ac:chgData name="Annika Kiefer" userId="c292bd1e-1f25-4e89-adaa-eec436161fa0" providerId="ADAL" clId="{0B5441B2-F1A8-5CC7-81B5-EDE25064ADC8}" dt="2026-09-01T14:43:09.367" v="2493" actId="571"/>
            <ac:spMkLst>
              <pc:docMk/>
              <pc:sldMasterMk cId="960462109" sldId="2147483677"/>
              <pc:sldLayoutMk cId="2051230226" sldId="2147483651"/>
              <ac:spMk id="10" creationId="{F2B8AD0F-70F1-4438-63E3-ED79055AE9EF}"/>
            </ac:spMkLst>
          </pc:spChg>
          <pc:spChg chg="add del">
            <ac:chgData name="Annika Kiefer" userId="c292bd1e-1f25-4e89-adaa-eec436161fa0" providerId="ADAL" clId="{0B5441B2-F1A8-5CC7-81B5-EDE25064ADC8}" dt="2026-09-01T09:28:50.007" v="1319" actId="11529"/>
            <ac:spMkLst>
              <pc:docMk/>
              <pc:sldMasterMk cId="960462109" sldId="2147483677"/>
              <pc:sldLayoutMk cId="2051230226" sldId="2147483651"/>
              <ac:spMk id="10" creationId="{FB0A1442-EBA9-BB5F-2BA3-D9BB730CD0F9}"/>
            </ac:spMkLst>
          </pc:spChg>
          <pc:spChg chg="add del mod">
            <ac:chgData name="Annika Kiefer" userId="c292bd1e-1f25-4e89-adaa-eec436161fa0" providerId="ADAL" clId="{0B5441B2-F1A8-5CC7-81B5-EDE25064ADC8}" dt="2026-09-01T15:31:56.526" v="2883" actId="478"/>
            <ac:spMkLst>
              <pc:docMk/>
              <pc:sldMasterMk cId="960462109" sldId="2147483677"/>
              <pc:sldLayoutMk cId="2051230226" sldId="2147483651"/>
              <ac:spMk id="11" creationId="{4AE819E8-203D-3BA6-F2A4-CC1D7C5C49A9}"/>
            </ac:spMkLst>
          </pc:spChg>
          <pc:spChg chg="add del mod">
            <ac:chgData name="Annika Kiefer" userId="c292bd1e-1f25-4e89-adaa-eec436161fa0" providerId="ADAL" clId="{0B5441B2-F1A8-5CC7-81B5-EDE25064ADC8}" dt="2026-09-01T09:31:08.047" v="1335" actId="478"/>
            <ac:spMkLst>
              <pc:docMk/>
              <pc:sldMasterMk cId="960462109" sldId="2147483677"/>
              <pc:sldLayoutMk cId="2051230226" sldId="2147483651"/>
              <ac:spMk id="11" creationId="{56E5C325-5AC7-212E-E6B7-45C839903681}"/>
            </ac:spMkLst>
          </pc:spChg>
          <pc:spChg chg="add del mod">
            <ac:chgData name="Annika Kiefer" userId="c292bd1e-1f25-4e89-adaa-eec436161fa0" providerId="ADAL" clId="{0B5441B2-F1A8-5CC7-81B5-EDE25064ADC8}" dt="2026-09-01T09:30:50.227" v="1333" actId="478"/>
            <ac:spMkLst>
              <pc:docMk/>
              <pc:sldMasterMk cId="960462109" sldId="2147483677"/>
              <pc:sldLayoutMk cId="2051230226" sldId="2147483651"/>
              <ac:spMk id="12" creationId="{07135763-4EE4-7929-011A-6611BCAD8DF1}"/>
            </ac:spMkLst>
          </pc:spChg>
          <pc:spChg chg="add del">
            <ac:chgData name="Annika Kiefer" userId="c292bd1e-1f25-4e89-adaa-eec436161fa0" providerId="ADAL" clId="{0B5441B2-F1A8-5CC7-81B5-EDE25064ADC8}" dt="2026-09-01T15:31:51.752" v="2881" actId="11529"/>
            <ac:spMkLst>
              <pc:docMk/>
              <pc:sldMasterMk cId="960462109" sldId="2147483677"/>
              <pc:sldLayoutMk cId="2051230226" sldId="2147483651"/>
              <ac:spMk id="12" creationId="{0958BFE3-2551-D868-09E1-5A7B4587BEC4}"/>
            </ac:spMkLst>
          </pc:spChg>
          <pc:spChg chg="add del mod">
            <ac:chgData name="Annika Kiefer" userId="c292bd1e-1f25-4e89-adaa-eec436161fa0" providerId="ADAL" clId="{0B5441B2-F1A8-5CC7-81B5-EDE25064ADC8}" dt="2026-09-01T14:49:16.588" v="2523" actId="478"/>
            <ac:spMkLst>
              <pc:docMk/>
              <pc:sldMasterMk cId="960462109" sldId="2147483677"/>
              <pc:sldLayoutMk cId="2051230226" sldId="2147483651"/>
              <ac:spMk id="13" creationId="{78234DEA-B02A-93B0-B70B-1C0DE0DDE175}"/>
            </ac:spMkLst>
          </pc:spChg>
          <pc:spChg chg="add mod">
            <ac:chgData name="Annika Kiefer" userId="c292bd1e-1f25-4e89-adaa-eec436161fa0" providerId="ADAL" clId="{0B5441B2-F1A8-5CC7-81B5-EDE25064ADC8}" dt="2026-09-01T15:32:50.894" v="2895" actId="113"/>
            <ac:spMkLst>
              <pc:docMk/>
              <pc:sldMasterMk cId="960462109" sldId="2147483677"/>
              <pc:sldLayoutMk cId="2051230226" sldId="2147483651"/>
              <ac:spMk id="14" creationId="{C186F399-5FE0-A2CB-492C-9511CD1A5580}"/>
            </ac:spMkLst>
          </pc:spChg>
        </pc:sldLayoutChg>
        <pc:sldLayoutChg chg="addSp delSp modSp mod">
          <pc:chgData name="Annika Kiefer" userId="c292bd1e-1f25-4e89-adaa-eec436161fa0" providerId="ADAL" clId="{0B5441B2-F1A8-5CC7-81B5-EDE25064ADC8}" dt="2026-09-01T14:47:53.351" v="2521"/>
          <pc:sldLayoutMkLst>
            <pc:docMk/>
            <pc:sldMasterMk cId="960462109" sldId="2147483677"/>
            <pc:sldLayoutMk cId="1630356474" sldId="2147483652"/>
          </pc:sldLayoutMkLst>
          <pc:spChg chg="del">
            <ac:chgData name="Annika Kiefer" userId="c292bd1e-1f25-4e89-adaa-eec436161fa0" providerId="ADAL" clId="{0B5441B2-F1A8-5CC7-81B5-EDE25064ADC8}" dt="2026-09-01T09:08:34.751" v="1123" actId="478"/>
            <ac:spMkLst>
              <pc:docMk/>
              <pc:sldMasterMk cId="960462109" sldId="2147483677"/>
              <pc:sldLayoutMk cId="1630356474" sldId="2147483652"/>
              <ac:spMk id="2" creationId="{4849365C-030C-02F4-A819-CD07A2FAB295}"/>
            </ac:spMkLst>
          </pc:spChg>
          <pc:spChg chg="add del mod">
            <ac:chgData name="Annika Kiefer" userId="c292bd1e-1f25-4e89-adaa-eec436161fa0" providerId="ADAL" clId="{0B5441B2-F1A8-5CC7-81B5-EDE25064ADC8}" dt="2026-09-01T09:09:46.024" v="1140" actId="478"/>
            <ac:spMkLst>
              <pc:docMk/>
              <pc:sldMasterMk cId="960462109" sldId="2147483677"/>
              <pc:sldLayoutMk cId="1630356474" sldId="2147483652"/>
              <ac:spMk id="3" creationId="{5A0F2C3B-880B-BED1-21A5-1F0A738C1907}"/>
            </ac:spMkLst>
          </pc:spChg>
          <pc:spChg chg="add del mod">
            <ac:chgData name="Annika Kiefer" userId="c292bd1e-1f25-4e89-adaa-eec436161fa0" providerId="ADAL" clId="{0B5441B2-F1A8-5CC7-81B5-EDE25064ADC8}" dt="2026-09-01T09:09:11.565" v="1135" actId="478"/>
            <ac:spMkLst>
              <pc:docMk/>
              <pc:sldMasterMk cId="960462109" sldId="2147483677"/>
              <pc:sldLayoutMk cId="1630356474" sldId="2147483652"/>
              <ac:spMk id="4" creationId="{17C7230E-3237-27C1-DAF1-7E92533C0250}"/>
            </ac:spMkLst>
          </pc:spChg>
          <pc:spChg chg="add mod">
            <ac:chgData name="Annika Kiefer" userId="c292bd1e-1f25-4e89-adaa-eec436161fa0" providerId="ADAL" clId="{0B5441B2-F1A8-5CC7-81B5-EDE25064ADC8}" dt="2026-09-01T14:47:53.351" v="2521"/>
            <ac:spMkLst>
              <pc:docMk/>
              <pc:sldMasterMk cId="960462109" sldId="2147483677"/>
              <pc:sldLayoutMk cId="1630356474" sldId="2147483652"/>
              <ac:spMk id="5" creationId="{E9216FCB-7DB5-D2A0-B5A5-C8D4B6F57F19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4:34:30.043" v="2362" actId="20578"/>
          <pc:sldLayoutMkLst>
            <pc:docMk/>
            <pc:sldMasterMk cId="960462109" sldId="2147483677"/>
            <pc:sldLayoutMk cId="671286618" sldId="2147483653"/>
          </pc:sldLayoutMkLst>
          <pc:spChg chg="add del">
            <ac:chgData name="Annika Kiefer" userId="c292bd1e-1f25-4e89-adaa-eec436161fa0" providerId="ADAL" clId="{0B5441B2-F1A8-5CC7-81B5-EDE25064ADC8}" dt="2026-09-01T14:25:54.556" v="2338" actId="11529"/>
            <ac:spMkLst>
              <pc:docMk/>
              <pc:sldMasterMk cId="960462109" sldId="2147483677"/>
              <pc:sldLayoutMk cId="671286618" sldId="2147483653"/>
              <ac:spMk id="2" creationId="{A3436F2A-6B26-21CB-41F7-0DF9BD6285AD}"/>
            </ac:spMkLst>
          </pc:spChg>
          <pc:spChg chg="add del mod">
            <ac:chgData name="Annika Kiefer" userId="c292bd1e-1f25-4e89-adaa-eec436161fa0" providerId="ADAL" clId="{0B5441B2-F1A8-5CC7-81B5-EDE25064ADC8}" dt="2026-09-01T14:32:45.250" v="2359" actId="478"/>
            <ac:spMkLst>
              <pc:docMk/>
              <pc:sldMasterMk cId="960462109" sldId="2147483677"/>
              <pc:sldLayoutMk cId="671286618" sldId="2147483653"/>
              <ac:spMk id="3" creationId="{FB188FE1-9932-BCAA-A457-FCE9AC9C47A3}"/>
            </ac:spMkLst>
          </pc:spChg>
          <pc:spChg chg="mod">
            <ac:chgData name="Annika Kiefer" userId="c292bd1e-1f25-4e89-adaa-eec436161fa0" providerId="ADAL" clId="{0B5441B2-F1A8-5CC7-81B5-EDE25064ADC8}" dt="2026-09-01T14:25:32.811" v="2337" actId="1076"/>
            <ac:spMkLst>
              <pc:docMk/>
              <pc:sldMasterMk cId="960462109" sldId="2147483677"/>
              <pc:sldLayoutMk cId="671286618" sldId="2147483653"/>
              <ac:spMk id="12" creationId="{C04AB411-B8BE-A7AB-7208-E213E4E61DFC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4:42:57.402" v="2492"/>
          <pc:sldLayoutMkLst>
            <pc:docMk/>
            <pc:sldMasterMk cId="960462109" sldId="2147483677"/>
            <pc:sldLayoutMk cId="337860526" sldId="2147483654"/>
          </pc:sldLayoutMkLst>
          <pc:spChg chg="add mod">
            <ac:chgData name="Annika Kiefer" userId="c292bd1e-1f25-4e89-adaa-eec436161fa0" providerId="ADAL" clId="{0B5441B2-F1A8-5CC7-81B5-EDE25064ADC8}" dt="2026-09-01T09:43:49.253" v="1419"/>
            <ac:spMkLst>
              <pc:docMk/>
              <pc:sldMasterMk cId="960462109" sldId="2147483677"/>
              <pc:sldLayoutMk cId="337860526" sldId="2147483654"/>
              <ac:spMk id="2" creationId="{A6C07372-B475-96C4-F03F-8D71F7B60D2F}"/>
            </ac:spMkLst>
          </pc:spChg>
          <pc:spChg chg="add mod">
            <ac:chgData name="Annika Kiefer" userId="c292bd1e-1f25-4e89-adaa-eec436161fa0" providerId="ADAL" clId="{0B5441B2-F1A8-5CC7-81B5-EDE25064ADC8}" dt="2026-09-01T09:33:21.399" v="1352" actId="767"/>
            <ac:spMkLst>
              <pc:docMk/>
              <pc:sldMasterMk cId="960462109" sldId="2147483677"/>
              <pc:sldLayoutMk cId="337860526" sldId="2147483654"/>
              <ac:spMk id="3" creationId="{50694B88-370B-A734-CC78-8C1EAF5C28BE}"/>
            </ac:spMkLst>
          </pc:spChg>
          <pc:spChg chg="add mod">
            <ac:chgData name="Annika Kiefer" userId="c292bd1e-1f25-4e89-adaa-eec436161fa0" providerId="ADAL" clId="{0B5441B2-F1A8-5CC7-81B5-EDE25064ADC8}" dt="2026-09-01T14:42:57.402" v="2492"/>
            <ac:spMkLst>
              <pc:docMk/>
              <pc:sldMasterMk cId="960462109" sldId="2147483677"/>
              <pc:sldLayoutMk cId="337860526" sldId="2147483654"/>
              <ac:spMk id="3" creationId="{FA3460B4-4829-471A-12D1-DD43D6CD1072}"/>
            </ac:spMkLst>
          </pc:spChg>
          <pc:spChg chg="del">
            <ac:chgData name="Annika Kiefer" userId="c292bd1e-1f25-4e89-adaa-eec436161fa0" providerId="ADAL" clId="{0B5441B2-F1A8-5CC7-81B5-EDE25064ADC8}" dt="2026-09-01T14:42:56.580" v="2491" actId="478"/>
            <ac:spMkLst>
              <pc:docMk/>
              <pc:sldMasterMk cId="960462109" sldId="2147483677"/>
              <pc:sldLayoutMk cId="337860526" sldId="2147483654"/>
              <ac:spMk id="4" creationId="{F95B686C-3F88-468A-9B7C-A398DEB00508}"/>
            </ac:spMkLst>
          </pc:spChg>
          <pc:spChg chg="add del mod">
            <ac:chgData name="Annika Kiefer" userId="c292bd1e-1f25-4e89-adaa-eec436161fa0" providerId="ADAL" clId="{0B5441B2-F1A8-5CC7-81B5-EDE25064ADC8}" dt="2026-09-01T09:33:33.269" v="1355" actId="478"/>
            <ac:spMkLst>
              <pc:docMk/>
              <pc:sldMasterMk cId="960462109" sldId="2147483677"/>
              <pc:sldLayoutMk cId="337860526" sldId="2147483654"/>
              <ac:spMk id="5" creationId="{F1341797-A9AC-56E1-4343-79A9ECB93D23}"/>
            </ac:spMkLst>
          </pc:spChg>
          <pc:spChg chg="add del mod">
            <ac:chgData name="Annika Kiefer" userId="c292bd1e-1f25-4e89-adaa-eec436161fa0" providerId="ADAL" clId="{0B5441B2-F1A8-5CC7-81B5-EDE25064ADC8}" dt="2026-09-01T09:42:00.831" v="1396" actId="478"/>
            <ac:spMkLst>
              <pc:docMk/>
              <pc:sldMasterMk cId="960462109" sldId="2147483677"/>
              <pc:sldLayoutMk cId="337860526" sldId="2147483654"/>
              <ac:spMk id="6" creationId="{A2EB70DD-C78D-94B4-257E-33C2F4C32A3A}"/>
            </ac:spMkLst>
          </pc:spChg>
          <pc:spChg chg="add del mod">
            <ac:chgData name="Annika Kiefer" userId="c292bd1e-1f25-4e89-adaa-eec436161fa0" providerId="ADAL" clId="{0B5441B2-F1A8-5CC7-81B5-EDE25064ADC8}" dt="2026-09-01T09:42:19.920" v="1400" actId="478"/>
            <ac:spMkLst>
              <pc:docMk/>
              <pc:sldMasterMk cId="960462109" sldId="2147483677"/>
              <pc:sldLayoutMk cId="337860526" sldId="2147483654"/>
              <ac:spMk id="7" creationId="{49110FFE-E339-A705-1760-C1A68A16BBBD}"/>
            </ac:spMkLst>
          </pc:spChg>
          <pc:spChg chg="del mod">
            <ac:chgData name="Annika Kiefer" userId="c292bd1e-1f25-4e89-adaa-eec436161fa0" providerId="ADAL" clId="{0B5441B2-F1A8-5CC7-81B5-EDE25064ADC8}" dt="2026-09-01T09:27:22.971" v="1317" actId="478"/>
            <ac:spMkLst>
              <pc:docMk/>
              <pc:sldMasterMk cId="960462109" sldId="2147483677"/>
              <pc:sldLayoutMk cId="337860526" sldId="2147483654"/>
              <ac:spMk id="9" creationId="{8CE650B7-E78A-0A6A-AC25-09C06C1BDDAB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36:29.211" v="2975" actId="948"/>
          <pc:sldLayoutMkLst>
            <pc:docMk/>
            <pc:sldMasterMk cId="960462109" sldId="2147483677"/>
            <pc:sldLayoutMk cId="2962604378" sldId="2147483655"/>
          </pc:sldLayoutMkLst>
          <pc:spChg chg="add mod">
            <ac:chgData name="Annika Kiefer" userId="c292bd1e-1f25-4e89-adaa-eec436161fa0" providerId="ADAL" clId="{0B5441B2-F1A8-5CC7-81B5-EDE25064ADC8}" dt="2026-09-01T15:36:29.211" v="2975" actId="948"/>
            <ac:spMkLst>
              <pc:docMk/>
              <pc:sldMasterMk cId="960462109" sldId="2147483677"/>
              <pc:sldLayoutMk cId="2962604378" sldId="2147483655"/>
              <ac:spMk id="2" creationId="{2B8C3577-A47B-2220-6B3D-0235BA859C58}"/>
            </ac:spMkLst>
          </pc:spChg>
          <pc:spChg chg="add del">
            <ac:chgData name="Annika Kiefer" userId="c292bd1e-1f25-4e89-adaa-eec436161fa0" providerId="ADAL" clId="{0B5441B2-F1A8-5CC7-81B5-EDE25064ADC8}" dt="2026-09-01T10:07:37.200" v="1461" actId="11529"/>
            <ac:spMkLst>
              <pc:docMk/>
              <pc:sldMasterMk cId="960462109" sldId="2147483677"/>
              <pc:sldLayoutMk cId="2962604378" sldId="2147483655"/>
              <ac:spMk id="2" creationId="{EC5B6F57-F3FC-A4D3-B1D8-F46931763E8B}"/>
            </ac:spMkLst>
          </pc:spChg>
          <pc:spChg chg="add del">
            <ac:chgData name="Annika Kiefer" userId="c292bd1e-1f25-4e89-adaa-eec436161fa0" providerId="ADAL" clId="{0B5441B2-F1A8-5CC7-81B5-EDE25064ADC8}" dt="2026-09-01T10:08:08.449" v="1465" actId="11529"/>
            <ac:spMkLst>
              <pc:docMk/>
              <pc:sldMasterMk cId="960462109" sldId="2147483677"/>
              <pc:sldLayoutMk cId="2962604378" sldId="2147483655"/>
              <ac:spMk id="3" creationId="{C21C5CA0-51CB-729A-F490-16BC7396EF52}"/>
            </ac:spMkLst>
          </pc:spChg>
          <pc:spChg chg="add del mod">
            <ac:chgData name="Annika Kiefer" userId="c292bd1e-1f25-4e89-adaa-eec436161fa0" providerId="ADAL" clId="{0B5441B2-F1A8-5CC7-81B5-EDE25064ADC8}" dt="2026-09-01T14:47:04.989" v="2519" actId="478"/>
            <ac:spMkLst>
              <pc:docMk/>
              <pc:sldMasterMk cId="960462109" sldId="2147483677"/>
              <pc:sldLayoutMk cId="2962604378" sldId="2147483655"/>
              <ac:spMk id="3" creationId="{C4CA76BA-75BE-450D-4D57-95F4607F333D}"/>
            </ac:spMkLst>
          </pc:spChg>
          <pc:spChg chg="del mod">
            <ac:chgData name="Annika Kiefer" userId="c292bd1e-1f25-4e89-adaa-eec436161fa0" providerId="ADAL" clId="{0B5441B2-F1A8-5CC7-81B5-EDE25064ADC8}" dt="2026-09-01T14:44:09.297" v="2494" actId="478"/>
            <ac:spMkLst>
              <pc:docMk/>
              <pc:sldMasterMk cId="960462109" sldId="2147483677"/>
              <pc:sldLayoutMk cId="2962604378" sldId="2147483655"/>
              <ac:spMk id="4" creationId="{F95B686C-3F88-468A-9B7C-A398DEB00508}"/>
            </ac:spMkLst>
          </pc:spChg>
          <pc:spChg chg="add del mod">
            <ac:chgData name="Annika Kiefer" userId="c292bd1e-1f25-4e89-adaa-eec436161fa0" providerId="ADAL" clId="{0B5441B2-F1A8-5CC7-81B5-EDE25064ADC8}" dt="2026-09-01T14:50:31.556" v="2529" actId="478"/>
            <ac:spMkLst>
              <pc:docMk/>
              <pc:sldMasterMk cId="960462109" sldId="2147483677"/>
              <pc:sldLayoutMk cId="2962604378" sldId="2147483655"/>
              <ac:spMk id="5" creationId="{9FB215EE-DB94-827B-DCE7-D63EA449DF46}"/>
            </ac:spMkLst>
          </pc:spChg>
          <pc:spChg chg="add mod">
            <ac:chgData name="Annika Kiefer" userId="c292bd1e-1f25-4e89-adaa-eec436161fa0" providerId="ADAL" clId="{0B5441B2-F1A8-5CC7-81B5-EDE25064ADC8}" dt="2026-09-01T10:13:36.650" v="1484" actId="571"/>
            <ac:spMkLst>
              <pc:docMk/>
              <pc:sldMasterMk cId="960462109" sldId="2147483677"/>
              <pc:sldLayoutMk cId="2962604378" sldId="2147483655"/>
              <ac:spMk id="6" creationId="{0E973CC8-60B9-080A-8413-6FD028F9E984}"/>
            </ac:spMkLst>
          </pc:spChg>
          <pc:spChg chg="add del">
            <ac:chgData name="Annika Kiefer" userId="c292bd1e-1f25-4e89-adaa-eec436161fa0" providerId="ADAL" clId="{0B5441B2-F1A8-5CC7-81B5-EDE25064ADC8}" dt="2026-09-01T14:44:55.495" v="2501" actId="11529"/>
            <ac:spMkLst>
              <pc:docMk/>
              <pc:sldMasterMk cId="960462109" sldId="2147483677"/>
              <pc:sldLayoutMk cId="2962604378" sldId="2147483655"/>
              <ac:spMk id="6" creationId="{BEB4DB73-F3FE-2C70-6D18-74CFA4F9C474}"/>
            </ac:spMkLst>
          </pc:spChg>
          <pc:spChg chg="add del mod">
            <ac:chgData name="Annika Kiefer" userId="c292bd1e-1f25-4e89-adaa-eec436161fa0" providerId="ADAL" clId="{0B5441B2-F1A8-5CC7-81B5-EDE25064ADC8}" dt="2026-09-01T14:44:27.579" v="2500" actId="478"/>
            <ac:spMkLst>
              <pc:docMk/>
              <pc:sldMasterMk cId="960462109" sldId="2147483677"/>
              <pc:sldLayoutMk cId="2962604378" sldId="2147483655"/>
              <ac:spMk id="7" creationId="{C7A27F6D-96A8-612F-D396-EE226BE5A58E}"/>
            </ac:spMkLst>
          </pc:spChg>
          <pc:spChg chg="add del mod">
            <ac:chgData name="Annika Kiefer" userId="c292bd1e-1f25-4e89-adaa-eec436161fa0" providerId="ADAL" clId="{0B5441B2-F1A8-5CC7-81B5-EDE25064ADC8}" dt="2026-09-01T14:46:55.423" v="2517" actId="478"/>
            <ac:spMkLst>
              <pc:docMk/>
              <pc:sldMasterMk cId="960462109" sldId="2147483677"/>
              <pc:sldLayoutMk cId="2962604378" sldId="2147483655"/>
              <ac:spMk id="8" creationId="{C3575B53-9464-A4E8-7DD4-F104ECA038F7}"/>
            </ac:spMkLst>
          </pc:spChg>
          <pc:spChg chg="add mod">
            <ac:chgData name="Annika Kiefer" userId="c292bd1e-1f25-4e89-adaa-eec436161fa0" providerId="ADAL" clId="{0B5441B2-F1A8-5CC7-81B5-EDE25064ADC8}" dt="2026-09-01T14:46:59.415" v="2518" actId="14100"/>
            <ac:spMkLst>
              <pc:docMk/>
              <pc:sldMasterMk cId="960462109" sldId="2147483677"/>
              <pc:sldLayoutMk cId="2962604378" sldId="2147483655"/>
              <ac:spMk id="9" creationId="{E9C0E296-8F1D-D4FC-2ACA-4B202E7F3940}"/>
            </ac:spMkLst>
          </pc:spChg>
          <pc:spChg chg="add mod">
            <ac:chgData name="Annika Kiefer" userId="c292bd1e-1f25-4e89-adaa-eec436161fa0" providerId="ADAL" clId="{0B5441B2-F1A8-5CC7-81B5-EDE25064ADC8}" dt="2026-09-01T14:50:48.365" v="2533" actId="14100"/>
            <ac:spMkLst>
              <pc:docMk/>
              <pc:sldMasterMk cId="960462109" sldId="2147483677"/>
              <pc:sldLayoutMk cId="2962604378" sldId="2147483655"/>
              <ac:spMk id="10" creationId="{6319C22F-B8C4-0533-266C-F61B9BA7DCE0}"/>
            </ac:spMkLst>
          </pc:spChg>
          <pc:spChg chg="del mod">
            <ac:chgData name="Annika Kiefer" userId="c292bd1e-1f25-4e89-adaa-eec436161fa0" providerId="ADAL" clId="{0B5441B2-F1A8-5CC7-81B5-EDE25064ADC8}" dt="2026-09-01T10:14:15.104" v="1486" actId="478"/>
            <ac:spMkLst>
              <pc:docMk/>
              <pc:sldMasterMk cId="960462109" sldId="2147483677"/>
              <pc:sldLayoutMk cId="2962604378" sldId="2147483655"/>
              <ac:spMk id="13" creationId="{78234DEA-B02A-93B0-B70B-1C0DE0DDE175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1:34:18.622" v="1535"/>
          <pc:sldLayoutMkLst>
            <pc:docMk/>
            <pc:sldMasterMk cId="960462109" sldId="2147483677"/>
            <pc:sldLayoutMk cId="2327268278" sldId="2147483656"/>
          </pc:sldLayoutMkLst>
          <pc:spChg chg="del">
            <ac:chgData name="Annika Kiefer" userId="c292bd1e-1f25-4e89-adaa-eec436161fa0" providerId="ADAL" clId="{0B5441B2-F1A8-5CC7-81B5-EDE25064ADC8}" dt="2026-09-01T11:34:18.032" v="1534" actId="478"/>
            <ac:spMkLst>
              <pc:docMk/>
              <pc:sldMasterMk cId="960462109" sldId="2147483677"/>
              <pc:sldLayoutMk cId="2327268278" sldId="2147483656"/>
              <ac:spMk id="5" creationId="{9FB215EE-DB94-827B-DCE7-D63EA449DF46}"/>
            </ac:spMkLst>
          </pc:spChg>
          <pc:picChg chg="add mod">
            <ac:chgData name="Annika Kiefer" userId="c292bd1e-1f25-4e89-adaa-eec436161fa0" providerId="ADAL" clId="{0B5441B2-F1A8-5CC7-81B5-EDE25064ADC8}" dt="2026-09-01T11:34:18.622" v="1535"/>
            <ac:picMkLst>
              <pc:docMk/>
              <pc:sldMasterMk cId="960462109" sldId="2147483677"/>
              <pc:sldLayoutMk cId="2327268278" sldId="2147483656"/>
              <ac:picMk id="2" creationId="{5852E4E7-3C85-81B0-1B8E-A4BB55AEF07E}"/>
            </ac:picMkLst>
          </pc:picChg>
        </pc:sldLayoutChg>
        <pc:sldLayoutChg chg="addSp delSp modSp add mod modTransition">
          <pc:chgData name="Annika Kiefer" userId="c292bd1e-1f25-4e89-adaa-eec436161fa0" providerId="ADAL" clId="{0B5441B2-F1A8-5CC7-81B5-EDE25064ADC8}" dt="2026-09-02T12:41:21.802" v="4168"/>
          <pc:sldLayoutMkLst>
            <pc:docMk/>
            <pc:sldMasterMk cId="960462109" sldId="2147483677"/>
            <pc:sldLayoutMk cId="3737580014" sldId="2147483657"/>
          </pc:sldLayoutMkLst>
          <pc:spChg chg="add del">
            <ac:chgData name="Annika Kiefer" userId="c292bd1e-1f25-4e89-adaa-eec436161fa0" providerId="ADAL" clId="{0B5441B2-F1A8-5CC7-81B5-EDE25064ADC8}" dt="2026-09-01T14:13:01.516" v="2229" actId="478"/>
            <ac:spMkLst>
              <pc:docMk/>
              <pc:sldMasterMk cId="960462109" sldId="2147483677"/>
              <pc:sldLayoutMk cId="3737580014" sldId="2147483657"/>
              <ac:spMk id="2" creationId="{3EE8B529-0D9F-F5B7-5514-A161F429ED6B}"/>
            </ac:spMkLst>
          </pc:spChg>
          <pc:spChg chg="add mod">
            <ac:chgData name="Annika Kiefer" userId="c292bd1e-1f25-4e89-adaa-eec436161fa0" providerId="ADAL" clId="{0B5441B2-F1A8-5CC7-81B5-EDE25064ADC8}" dt="2026-09-01T14:20:40.933" v="2247" actId="571"/>
            <ac:spMkLst>
              <pc:docMk/>
              <pc:sldMasterMk cId="960462109" sldId="2147483677"/>
              <pc:sldLayoutMk cId="3737580014" sldId="2147483657"/>
              <ac:spMk id="3" creationId="{E5319919-A11E-BE95-BD4F-CBDCA821547B}"/>
            </ac:spMkLst>
          </pc:spChg>
          <pc:spChg chg="del">
            <ac:chgData name="Annika Kiefer" userId="c292bd1e-1f25-4e89-adaa-eec436161fa0" providerId="ADAL" clId="{0B5441B2-F1A8-5CC7-81B5-EDE25064ADC8}" dt="2026-09-01T14:21:09.692" v="2249" actId="478"/>
            <ac:spMkLst>
              <pc:docMk/>
              <pc:sldMasterMk cId="960462109" sldId="2147483677"/>
              <pc:sldLayoutMk cId="3737580014" sldId="2147483657"/>
              <ac:spMk id="4" creationId="{F95B686C-3F88-468A-9B7C-A398DEB00508}"/>
            </ac:spMkLst>
          </pc:spChg>
          <pc:spChg chg="add mod">
            <ac:chgData name="Annika Kiefer" userId="c292bd1e-1f25-4e89-adaa-eec436161fa0" providerId="ADAL" clId="{0B5441B2-F1A8-5CC7-81B5-EDE25064ADC8}" dt="2026-09-01T14:20:54.077" v="2248" actId="571"/>
            <ac:spMkLst>
              <pc:docMk/>
              <pc:sldMasterMk cId="960462109" sldId="2147483677"/>
              <pc:sldLayoutMk cId="3737580014" sldId="2147483657"/>
              <ac:spMk id="5" creationId="{28E0F58E-9BE7-B9B9-80C7-FAACD4C77ED2}"/>
            </ac:spMkLst>
          </pc:spChg>
          <pc:spChg chg="add del">
            <ac:chgData name="Annika Kiefer" userId="c292bd1e-1f25-4e89-adaa-eec436161fa0" providerId="ADAL" clId="{0B5441B2-F1A8-5CC7-81B5-EDE25064ADC8}" dt="2026-09-01T14:21:36.044" v="2250" actId="11529"/>
            <ac:spMkLst>
              <pc:docMk/>
              <pc:sldMasterMk cId="960462109" sldId="2147483677"/>
              <pc:sldLayoutMk cId="3737580014" sldId="2147483657"/>
              <ac:spMk id="6" creationId="{75E6DA61-F08C-3692-C76B-ABA9BAB8A460}"/>
            </ac:spMkLst>
          </pc:spChg>
          <pc:spChg chg="add del">
            <ac:chgData name="Annika Kiefer" userId="c292bd1e-1f25-4e89-adaa-eec436161fa0" providerId="ADAL" clId="{0B5441B2-F1A8-5CC7-81B5-EDE25064ADC8}" dt="2026-09-01T11:40:05.560" v="1549" actId="11529"/>
            <ac:spMkLst>
              <pc:docMk/>
              <pc:sldMasterMk cId="960462109" sldId="2147483677"/>
              <pc:sldLayoutMk cId="3737580014" sldId="2147483657"/>
              <ac:spMk id="6" creationId="{C02CBC43-232F-3E89-617C-C4645F62E36D}"/>
            </ac:spMkLst>
          </pc:spChg>
          <pc:spChg chg="add del mod">
            <ac:chgData name="Annika Kiefer" userId="c292bd1e-1f25-4e89-adaa-eec436161fa0" providerId="ADAL" clId="{0B5441B2-F1A8-5CC7-81B5-EDE25064ADC8}" dt="2026-09-01T14:23:45.984" v="2310" actId="478"/>
            <ac:spMkLst>
              <pc:docMk/>
              <pc:sldMasterMk cId="960462109" sldId="2147483677"/>
              <pc:sldLayoutMk cId="3737580014" sldId="2147483657"/>
              <ac:spMk id="7" creationId="{75112E26-2B84-6581-35E5-5A0331D20523}"/>
            </ac:spMkLst>
          </pc:spChg>
          <pc:spChg chg="del mod">
            <ac:chgData name="Annika Kiefer" userId="c292bd1e-1f25-4e89-adaa-eec436161fa0" providerId="ADAL" clId="{0B5441B2-F1A8-5CC7-81B5-EDE25064ADC8}" dt="2026-09-01T11:38:26.545" v="1540" actId="478"/>
            <ac:spMkLst>
              <pc:docMk/>
              <pc:sldMasterMk cId="960462109" sldId="2147483677"/>
              <pc:sldLayoutMk cId="3737580014" sldId="2147483657"/>
              <ac:spMk id="7" creationId="{C7A27F6D-96A8-612F-D396-EE226BE5A58E}"/>
            </ac:spMkLst>
          </pc:spChg>
          <pc:spChg chg="add mod">
            <ac:chgData name="Annika Kiefer" userId="c292bd1e-1f25-4e89-adaa-eec436161fa0" providerId="ADAL" clId="{0B5441B2-F1A8-5CC7-81B5-EDE25064ADC8}" dt="2026-09-01T14:20:21.404" v="2242" actId="1076"/>
            <ac:spMkLst>
              <pc:docMk/>
              <pc:sldMasterMk cId="960462109" sldId="2147483677"/>
              <pc:sldLayoutMk cId="3737580014" sldId="2147483657"/>
              <ac:spMk id="8" creationId="{F0169856-655E-ABA1-A4AA-FEF03EF27B78}"/>
            </ac:spMkLst>
          </pc:spChg>
          <pc:spChg chg="add del mod">
            <ac:chgData name="Annika Kiefer" userId="c292bd1e-1f25-4e89-adaa-eec436161fa0" providerId="ADAL" clId="{0B5441B2-F1A8-5CC7-81B5-EDE25064ADC8}" dt="2026-09-01T14:20:40.733" v="2246" actId="478"/>
            <ac:spMkLst>
              <pc:docMk/>
              <pc:sldMasterMk cId="960462109" sldId="2147483677"/>
              <pc:sldLayoutMk cId="3737580014" sldId="2147483657"/>
              <ac:spMk id="9" creationId="{29DB102A-C6D9-69CC-19E0-4A00182FD905}"/>
            </ac:spMkLst>
          </pc:spChg>
          <pc:spChg chg="add del mod">
            <ac:chgData name="Annika Kiefer" userId="c292bd1e-1f25-4e89-adaa-eec436161fa0" providerId="ADAL" clId="{0B5441B2-F1A8-5CC7-81B5-EDE25064ADC8}" dt="2026-09-01T14:20:40.733" v="2246" actId="478"/>
            <ac:spMkLst>
              <pc:docMk/>
              <pc:sldMasterMk cId="960462109" sldId="2147483677"/>
              <pc:sldLayoutMk cId="3737580014" sldId="2147483657"/>
              <ac:spMk id="10" creationId="{46DA6FC5-99DD-C9F4-275B-E08F167D147D}"/>
            </ac:spMkLst>
          </pc:spChg>
          <pc:spChg chg="add del mod">
            <ac:chgData name="Annika Kiefer" userId="c292bd1e-1f25-4e89-adaa-eec436161fa0" providerId="ADAL" clId="{0B5441B2-F1A8-5CC7-81B5-EDE25064ADC8}" dt="2026-09-02T12:41:03.472" v="4163" actId="478"/>
            <ac:spMkLst>
              <pc:docMk/>
              <pc:sldMasterMk cId="960462109" sldId="2147483677"/>
              <pc:sldLayoutMk cId="3737580014" sldId="2147483657"/>
              <ac:spMk id="11" creationId="{5F2BDFE8-78D3-7568-DFFD-897075671413}"/>
            </ac:spMkLst>
          </pc:spChg>
          <pc:spChg chg="add del mod">
            <ac:chgData name="Annika Kiefer" userId="c292bd1e-1f25-4e89-adaa-eec436161fa0" providerId="ADAL" clId="{0B5441B2-F1A8-5CC7-81B5-EDE25064ADC8}" dt="2026-09-02T12:41:21.293" v="4167" actId="478"/>
            <ac:spMkLst>
              <pc:docMk/>
              <pc:sldMasterMk cId="960462109" sldId="2147483677"/>
              <pc:sldLayoutMk cId="3737580014" sldId="2147483657"/>
              <ac:spMk id="12" creationId="{D403FE94-A1E0-43E1-57E1-FABA3CB31454}"/>
            </ac:spMkLst>
          </pc:spChg>
          <pc:spChg chg="add mod">
            <ac:chgData name="Annika Kiefer" userId="c292bd1e-1f25-4e89-adaa-eec436161fa0" providerId="ADAL" clId="{0B5441B2-F1A8-5CC7-81B5-EDE25064ADC8}" dt="2026-09-02T12:41:21.802" v="4168"/>
            <ac:spMkLst>
              <pc:docMk/>
              <pc:sldMasterMk cId="960462109" sldId="2147483677"/>
              <pc:sldLayoutMk cId="3737580014" sldId="2147483657"/>
              <ac:spMk id="13" creationId="{B8AAB341-1C35-898A-C84E-D13BEDB5E5E8}"/>
            </ac:spMkLst>
          </pc:spChg>
          <pc:picChg chg="del mod">
            <ac:chgData name="Annika Kiefer" userId="c292bd1e-1f25-4e89-adaa-eec436161fa0" providerId="ADAL" clId="{0B5441B2-F1A8-5CC7-81B5-EDE25064ADC8}" dt="2026-09-01T11:38:31.867" v="1542" actId="478"/>
            <ac:picMkLst>
              <pc:docMk/>
              <pc:sldMasterMk cId="960462109" sldId="2147483677"/>
              <pc:sldLayoutMk cId="3737580014" sldId="2147483657"/>
              <ac:picMk id="2" creationId="{5852E4E7-3C85-81B0-1B8E-A4BB55AEF07E}"/>
            </ac:picMkLst>
          </pc:picChg>
          <pc:picChg chg="add del mod">
            <ac:chgData name="Annika Kiefer" userId="c292bd1e-1f25-4e89-adaa-eec436161fa0" providerId="ADAL" clId="{0B5441B2-F1A8-5CC7-81B5-EDE25064ADC8}" dt="2026-09-01T11:39:26.920" v="1548" actId="478"/>
            <ac:picMkLst>
              <pc:docMk/>
              <pc:sldMasterMk cId="960462109" sldId="2147483677"/>
              <pc:sldLayoutMk cId="3737580014" sldId="2147483657"/>
              <ac:picMk id="5" creationId="{741D48D0-EB0E-CDEB-1150-306F73F5EFFC}"/>
            </ac:picMkLst>
          </pc:picChg>
        </pc:sldLayoutChg>
        <pc:sldLayoutChg chg="addSp delSp modSp mod ord">
          <pc:chgData name="Annika Kiefer" userId="c292bd1e-1f25-4e89-adaa-eec436161fa0" providerId="ADAL" clId="{0B5441B2-F1A8-5CC7-81B5-EDE25064ADC8}" dt="2026-09-02T09:48:30.064" v="3739" actId="14100"/>
          <pc:sldLayoutMkLst>
            <pc:docMk/>
            <pc:sldMasterMk cId="960462109" sldId="2147483677"/>
            <pc:sldLayoutMk cId="2882967600" sldId="2147483678"/>
          </pc:sldLayoutMkLst>
          <pc:spChg chg="add del mod">
            <ac:chgData name="Annika Kiefer" userId="c292bd1e-1f25-4e89-adaa-eec436161fa0" providerId="ADAL" clId="{0B5441B2-F1A8-5CC7-81B5-EDE25064ADC8}" dt="2026-09-01T16:48:56.394" v="3141" actId="478"/>
            <ac:spMkLst>
              <pc:docMk/>
              <pc:sldMasterMk cId="960462109" sldId="2147483677"/>
              <pc:sldLayoutMk cId="2882967600" sldId="2147483678"/>
              <ac:spMk id="2" creationId="{1CA5EDB6-DB60-C451-28DB-F82E29E5F5C4}"/>
            </ac:spMkLst>
          </pc:spChg>
          <pc:spChg chg="add del mod">
            <ac:chgData name="Annika Kiefer" userId="c292bd1e-1f25-4e89-adaa-eec436161fa0" providerId="ADAL" clId="{0B5441B2-F1A8-5CC7-81B5-EDE25064ADC8}" dt="2026-09-01T12:17:49.146" v="1768" actId="478"/>
            <ac:spMkLst>
              <pc:docMk/>
              <pc:sldMasterMk cId="960462109" sldId="2147483677"/>
              <pc:sldLayoutMk cId="2882967600" sldId="2147483678"/>
              <ac:spMk id="2" creationId="{4BFA842C-ABB5-73A1-A344-E621F0CA3A0A}"/>
            </ac:spMkLst>
          </pc:spChg>
          <pc:spChg chg="add del">
            <ac:chgData name="Annika Kiefer" userId="c292bd1e-1f25-4e89-adaa-eec436161fa0" providerId="ADAL" clId="{0B5441B2-F1A8-5CC7-81B5-EDE25064ADC8}" dt="2026-09-01T15:23:36.706" v="2784" actId="11529"/>
            <ac:spMkLst>
              <pc:docMk/>
              <pc:sldMasterMk cId="960462109" sldId="2147483677"/>
              <pc:sldLayoutMk cId="2882967600" sldId="2147483678"/>
              <ac:spMk id="4" creationId="{277DD9AD-5BF1-5FE1-3F30-41B570DB18B2}"/>
            </ac:spMkLst>
          </pc:spChg>
          <pc:spChg chg="add del mod">
            <ac:chgData name="Annika Kiefer" userId="c292bd1e-1f25-4e89-adaa-eec436161fa0" providerId="ADAL" clId="{0B5441B2-F1A8-5CC7-81B5-EDE25064ADC8}" dt="2026-09-01T16:48:54.946" v="3140" actId="478"/>
            <ac:spMkLst>
              <pc:docMk/>
              <pc:sldMasterMk cId="960462109" sldId="2147483677"/>
              <pc:sldLayoutMk cId="2882967600" sldId="2147483678"/>
              <ac:spMk id="5" creationId="{C67C8175-759C-083A-3F5A-0FBA75519735}"/>
            </ac:spMkLst>
          </pc:spChg>
          <pc:spChg chg="add del mod">
            <ac:chgData name="Annika Kiefer" userId="c292bd1e-1f25-4e89-adaa-eec436161fa0" providerId="ADAL" clId="{0B5441B2-F1A8-5CC7-81B5-EDE25064ADC8}" dt="2026-09-02T09:36:51.910" v="3671" actId="478"/>
            <ac:spMkLst>
              <pc:docMk/>
              <pc:sldMasterMk cId="960462109" sldId="2147483677"/>
              <pc:sldLayoutMk cId="2882967600" sldId="2147483678"/>
              <ac:spMk id="6" creationId="{63AF1BD5-B5D8-D601-4C2B-C8D221DE8D21}"/>
            </ac:spMkLst>
          </pc:spChg>
          <pc:spChg chg="add del">
            <ac:chgData name="Annika Kiefer" userId="c292bd1e-1f25-4e89-adaa-eec436161fa0" providerId="ADAL" clId="{0B5441B2-F1A8-5CC7-81B5-EDE25064ADC8}" dt="2026-09-02T09:37:07.918" v="3672" actId="11529"/>
            <ac:spMkLst>
              <pc:docMk/>
              <pc:sldMasterMk cId="960462109" sldId="2147483677"/>
              <pc:sldLayoutMk cId="2882967600" sldId="2147483678"/>
              <ac:spMk id="7" creationId="{115CA04D-A656-98B0-CB6E-207801102940}"/>
            </ac:spMkLst>
          </pc:spChg>
          <pc:spChg chg="add mod">
            <ac:chgData name="Annika Kiefer" userId="c292bd1e-1f25-4e89-adaa-eec436161fa0" providerId="ADAL" clId="{0B5441B2-F1A8-5CC7-81B5-EDE25064ADC8}" dt="2026-09-02T09:44:29.474" v="3696" actId="1076"/>
            <ac:spMkLst>
              <pc:docMk/>
              <pc:sldMasterMk cId="960462109" sldId="2147483677"/>
              <pc:sldLayoutMk cId="2882967600" sldId="2147483678"/>
              <ac:spMk id="8" creationId="{CB6A2AEC-F88D-DFE4-BEE0-DCFB2FE28CFD}"/>
            </ac:spMkLst>
          </pc:spChg>
          <pc:spChg chg="add del mod">
            <ac:chgData name="Annika Kiefer" userId="c292bd1e-1f25-4e89-adaa-eec436161fa0" providerId="ADAL" clId="{0B5441B2-F1A8-5CC7-81B5-EDE25064ADC8}" dt="2026-09-02T09:37:51.127" v="3677" actId="478"/>
            <ac:spMkLst>
              <pc:docMk/>
              <pc:sldMasterMk cId="960462109" sldId="2147483677"/>
              <pc:sldLayoutMk cId="2882967600" sldId="2147483678"/>
              <ac:spMk id="9" creationId="{08AEF7B2-AC9A-4D63-F854-2D9356133285}"/>
            </ac:spMkLst>
          </pc:spChg>
          <pc:spChg chg="add del mod">
            <ac:chgData name="Annika Kiefer" userId="c292bd1e-1f25-4e89-adaa-eec436161fa0" providerId="ADAL" clId="{0B5441B2-F1A8-5CC7-81B5-EDE25064ADC8}" dt="2026-09-02T09:44:35.034" v="3697" actId="478"/>
            <ac:spMkLst>
              <pc:docMk/>
              <pc:sldMasterMk cId="960462109" sldId="2147483677"/>
              <pc:sldLayoutMk cId="2882967600" sldId="2147483678"/>
              <ac:spMk id="10" creationId="{46E0A9F3-5A20-D48E-F575-A0B0680B699B}"/>
            </ac:spMkLst>
          </pc:spChg>
          <pc:spChg chg="add del mod">
            <ac:chgData name="Annika Kiefer" userId="c292bd1e-1f25-4e89-adaa-eec436161fa0" providerId="ADAL" clId="{0B5441B2-F1A8-5CC7-81B5-EDE25064ADC8}" dt="2026-09-02T09:45:15.070" v="3703" actId="478"/>
            <ac:spMkLst>
              <pc:docMk/>
              <pc:sldMasterMk cId="960462109" sldId="2147483677"/>
              <pc:sldLayoutMk cId="2882967600" sldId="2147483678"/>
              <ac:spMk id="11" creationId="{7B3D94A9-DBE4-1DFA-FF89-065FE62E41A1}"/>
            </ac:spMkLst>
          </pc:spChg>
          <pc:spChg chg="add del mod">
            <ac:chgData name="Annika Kiefer" userId="c292bd1e-1f25-4e89-adaa-eec436161fa0" providerId="ADAL" clId="{0B5441B2-F1A8-5CC7-81B5-EDE25064ADC8}" dt="2026-09-02T09:45:16.327" v="3704" actId="478"/>
            <ac:spMkLst>
              <pc:docMk/>
              <pc:sldMasterMk cId="960462109" sldId="2147483677"/>
              <pc:sldLayoutMk cId="2882967600" sldId="2147483678"/>
              <ac:spMk id="12" creationId="{A105848F-9775-732C-903C-B1936F847845}"/>
            </ac:spMkLst>
          </pc:spChg>
          <pc:spChg chg="add del mod">
            <ac:chgData name="Annika Kiefer" userId="c292bd1e-1f25-4e89-adaa-eec436161fa0" providerId="ADAL" clId="{0B5441B2-F1A8-5CC7-81B5-EDE25064ADC8}" dt="2026-09-02T09:45:17.592" v="3705" actId="478"/>
            <ac:spMkLst>
              <pc:docMk/>
              <pc:sldMasterMk cId="960462109" sldId="2147483677"/>
              <pc:sldLayoutMk cId="2882967600" sldId="2147483678"/>
              <ac:spMk id="13" creationId="{7DF70114-188C-9F69-5963-9CC18C0956B2}"/>
            </ac:spMkLst>
          </pc:spChg>
          <pc:spChg chg="add del mod">
            <ac:chgData name="Annika Kiefer" userId="c292bd1e-1f25-4e89-adaa-eec436161fa0" providerId="ADAL" clId="{0B5441B2-F1A8-5CC7-81B5-EDE25064ADC8}" dt="2026-09-02T09:45:18.665" v="3706" actId="478"/>
            <ac:spMkLst>
              <pc:docMk/>
              <pc:sldMasterMk cId="960462109" sldId="2147483677"/>
              <pc:sldLayoutMk cId="2882967600" sldId="2147483678"/>
              <ac:spMk id="14" creationId="{5B476670-7B95-9AD3-CE4B-6F6F4D3B3FA2}"/>
            </ac:spMkLst>
          </pc:spChg>
          <pc:spChg chg="add mod">
            <ac:chgData name="Annika Kiefer" userId="c292bd1e-1f25-4e89-adaa-eec436161fa0" providerId="ADAL" clId="{0B5441B2-F1A8-5CC7-81B5-EDE25064ADC8}" dt="2026-09-02T09:44:48.761" v="3699" actId="1076"/>
            <ac:spMkLst>
              <pc:docMk/>
              <pc:sldMasterMk cId="960462109" sldId="2147483677"/>
              <pc:sldLayoutMk cId="2882967600" sldId="2147483678"/>
              <ac:spMk id="15" creationId="{3D1F0EB5-8F22-4427-2941-E6B35D747E71}"/>
            </ac:spMkLst>
          </pc:spChg>
          <pc:spChg chg="add mod">
            <ac:chgData name="Annika Kiefer" userId="c292bd1e-1f25-4e89-adaa-eec436161fa0" providerId="ADAL" clId="{0B5441B2-F1A8-5CC7-81B5-EDE25064ADC8}" dt="2026-09-02T09:44:57.219" v="3700" actId="571"/>
            <ac:spMkLst>
              <pc:docMk/>
              <pc:sldMasterMk cId="960462109" sldId="2147483677"/>
              <pc:sldLayoutMk cId="2882967600" sldId="2147483678"/>
              <ac:spMk id="16" creationId="{558641E9-2C25-859C-1C26-E224F06BD72B}"/>
            </ac:spMkLst>
          </pc:spChg>
          <pc:spChg chg="add mod">
            <ac:chgData name="Annika Kiefer" userId="c292bd1e-1f25-4e89-adaa-eec436161fa0" providerId="ADAL" clId="{0B5441B2-F1A8-5CC7-81B5-EDE25064ADC8}" dt="2026-09-02T09:45:48.306" v="3711" actId="1076"/>
            <ac:spMkLst>
              <pc:docMk/>
              <pc:sldMasterMk cId="960462109" sldId="2147483677"/>
              <pc:sldLayoutMk cId="2882967600" sldId="2147483678"/>
              <ac:spMk id="17" creationId="{8AACAFFF-CE27-F255-B6AD-A3BCC210D60A}"/>
            </ac:spMkLst>
          </pc:spChg>
          <pc:spChg chg="add mod">
            <ac:chgData name="Annika Kiefer" userId="c292bd1e-1f25-4e89-adaa-eec436161fa0" providerId="ADAL" clId="{0B5441B2-F1A8-5CC7-81B5-EDE25064ADC8}" dt="2026-09-02T09:46:10.728" v="3714" actId="1076"/>
            <ac:spMkLst>
              <pc:docMk/>
              <pc:sldMasterMk cId="960462109" sldId="2147483677"/>
              <pc:sldLayoutMk cId="2882967600" sldId="2147483678"/>
              <ac:spMk id="18" creationId="{1473CC0B-016C-FE9B-72F1-7AF82DBC70D4}"/>
            </ac:spMkLst>
          </pc:spChg>
          <pc:spChg chg="add mod">
            <ac:chgData name="Annika Kiefer" userId="c292bd1e-1f25-4e89-adaa-eec436161fa0" providerId="ADAL" clId="{0B5441B2-F1A8-5CC7-81B5-EDE25064ADC8}" dt="2026-09-02T09:48:30.064" v="3739" actId="14100"/>
            <ac:spMkLst>
              <pc:docMk/>
              <pc:sldMasterMk cId="960462109" sldId="2147483677"/>
              <pc:sldLayoutMk cId="2882967600" sldId="2147483678"/>
              <ac:spMk id="19" creationId="{3DAF9A30-4477-96B3-A414-849C1218F00C}"/>
            </ac:spMkLst>
          </pc:spChg>
          <pc:graphicFrameChg chg="add del mod">
            <ac:chgData name="Annika Kiefer" userId="c292bd1e-1f25-4e89-adaa-eec436161fa0" providerId="ADAL" clId="{0B5441B2-F1A8-5CC7-81B5-EDE25064ADC8}" dt="2026-09-01T15:23:21.894" v="2783" actId="21"/>
            <ac:graphicFrameMkLst>
              <pc:docMk/>
              <pc:sldMasterMk cId="960462109" sldId="2147483677"/>
              <pc:sldLayoutMk cId="2882967600" sldId="2147483678"/>
              <ac:graphicFrameMk id="3" creationId="{41C696EE-D2FF-DDA5-831F-29B681547CCB}"/>
            </ac:graphicFrameMkLst>
          </pc:graphicFrameChg>
        </pc:sldLayoutChg>
        <pc:sldLayoutChg chg="addSp delSp modSp add del mod">
          <pc:chgData name="Annika Kiefer" userId="c292bd1e-1f25-4e89-adaa-eec436161fa0" providerId="ADAL" clId="{0B5441B2-F1A8-5CC7-81B5-EDE25064ADC8}" dt="2026-09-01T16:47:00.326" v="3114" actId="2696"/>
          <pc:sldLayoutMkLst>
            <pc:docMk/>
            <pc:sldMasterMk cId="960462109" sldId="2147483677"/>
            <pc:sldLayoutMk cId="1702295344" sldId="2147483679"/>
          </pc:sldLayoutMkLst>
          <pc:spChg chg="mod">
            <ac:chgData name="Annika Kiefer" userId="c292bd1e-1f25-4e89-adaa-eec436161fa0" providerId="ADAL" clId="{0B5441B2-F1A8-5CC7-81B5-EDE25064ADC8}" dt="2026-09-01T11:56:54.381" v="1709" actId="948"/>
            <ac:spMkLst>
              <pc:docMk/>
              <pc:sldMasterMk cId="960462109" sldId="2147483677"/>
              <pc:sldLayoutMk cId="1702295344" sldId="2147483679"/>
              <ac:spMk id="2" creationId="{00000000-0000-0000-0000-000000000000}"/>
            </ac:spMkLst>
          </pc:spChg>
          <pc:spChg chg="add del mod">
            <ac:chgData name="Annika Kiefer" userId="c292bd1e-1f25-4e89-adaa-eec436161fa0" providerId="ADAL" clId="{0B5441B2-F1A8-5CC7-81B5-EDE25064ADC8}" dt="2026-09-01T16:43:38.149" v="3003" actId="21"/>
            <ac:spMkLst>
              <pc:docMk/>
              <pc:sldMasterMk cId="960462109" sldId="2147483677"/>
              <pc:sldLayoutMk cId="1702295344" sldId="2147483679"/>
              <ac:spMk id="3" creationId="{88900274-A90D-CAD0-8CD5-BBBFE7058DED}"/>
            </ac:spMkLst>
          </pc:spChg>
          <pc:spChg chg="add del mod">
            <ac:chgData name="Annika Kiefer" userId="c292bd1e-1f25-4e89-adaa-eec436161fa0" providerId="ADAL" clId="{0B5441B2-F1A8-5CC7-81B5-EDE25064ADC8}" dt="2026-09-01T11:53:31.870" v="1659" actId="478"/>
            <ac:spMkLst>
              <pc:docMk/>
              <pc:sldMasterMk cId="960462109" sldId="2147483677"/>
              <pc:sldLayoutMk cId="1702295344" sldId="2147483679"/>
              <ac:spMk id="3" creationId="{C646EEDB-0DF2-47B7-6E33-65AD6C7D3B97}"/>
            </ac:spMkLst>
          </pc:spChg>
          <pc:spChg chg="add del mod">
            <ac:chgData name="Annika Kiefer" userId="c292bd1e-1f25-4e89-adaa-eec436161fa0" providerId="ADAL" clId="{0B5441B2-F1A8-5CC7-81B5-EDE25064ADC8}" dt="2026-09-01T11:53:40.589" v="1662" actId="478"/>
            <ac:spMkLst>
              <pc:docMk/>
              <pc:sldMasterMk cId="960462109" sldId="2147483677"/>
              <pc:sldLayoutMk cId="1702295344" sldId="2147483679"/>
              <ac:spMk id="4" creationId="{49E30D1F-6665-C2CC-8378-7543F26E042A}"/>
            </ac:spMkLst>
          </pc:spChg>
          <pc:spChg chg="add mod">
            <ac:chgData name="Annika Kiefer" userId="c292bd1e-1f25-4e89-adaa-eec436161fa0" providerId="ADAL" clId="{0B5441B2-F1A8-5CC7-81B5-EDE25064ADC8}" dt="2026-09-01T11:54:06.827" v="1665" actId="1076"/>
            <ac:spMkLst>
              <pc:docMk/>
              <pc:sldMasterMk cId="960462109" sldId="2147483677"/>
              <pc:sldLayoutMk cId="1702295344" sldId="2147483679"/>
              <ac:spMk id="5" creationId="{C53D3073-7943-445A-773A-482A225A1D2F}"/>
            </ac:spMkLst>
          </pc:spChg>
        </pc:sldLayoutChg>
        <pc:sldLayoutChg chg="delSp modSp del mod">
          <pc:chgData name="Annika Kiefer" userId="c292bd1e-1f25-4e89-adaa-eec436161fa0" providerId="ADAL" clId="{0B5441B2-F1A8-5CC7-81B5-EDE25064ADC8}" dt="2026-09-01T16:48:13.980" v="3138" actId="2696"/>
          <pc:sldLayoutMkLst>
            <pc:docMk/>
            <pc:sldMasterMk cId="960462109" sldId="2147483677"/>
            <pc:sldLayoutMk cId="4279671519" sldId="2147483680"/>
          </pc:sldLayoutMkLst>
          <pc:spChg chg="del">
            <ac:chgData name="Annika Kiefer" userId="c292bd1e-1f25-4e89-adaa-eec436161fa0" providerId="ADAL" clId="{0B5441B2-F1A8-5CC7-81B5-EDE25064ADC8}" dt="2026-09-01T11:55:57.841" v="1686" actId="478"/>
            <ac:spMkLst>
              <pc:docMk/>
              <pc:sldMasterMk cId="960462109" sldId="2147483677"/>
              <pc:sldLayoutMk cId="4279671519" sldId="2147483680"/>
              <ac:spMk id="4" creationId="{00000000-0000-0000-0000-000000000000}"/>
            </ac:spMkLst>
          </pc:spChg>
          <pc:spChg chg="del mod">
            <ac:chgData name="Annika Kiefer" userId="c292bd1e-1f25-4e89-adaa-eec436161fa0" providerId="ADAL" clId="{0B5441B2-F1A8-5CC7-81B5-EDE25064ADC8}" dt="2026-09-01T11:55:56.577" v="1685" actId="478"/>
            <ac:spMkLst>
              <pc:docMk/>
              <pc:sldMasterMk cId="960462109" sldId="2147483677"/>
              <pc:sldLayoutMk cId="4279671519" sldId="2147483680"/>
              <ac:spMk id="5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5:59.167" v="1687" actId="478"/>
            <ac:spMkLst>
              <pc:docMk/>
              <pc:sldMasterMk cId="960462109" sldId="2147483677"/>
              <pc:sldLayoutMk cId="4279671519" sldId="2147483680"/>
              <ac:spMk id="6" creationId="{00000000-0000-0000-0000-000000000000}"/>
            </ac:spMkLst>
          </pc:spChg>
        </pc:sldLayoutChg>
        <pc:sldLayoutChg chg="delSp modSp del mod">
          <pc:chgData name="Annika Kiefer" userId="c292bd1e-1f25-4e89-adaa-eec436161fa0" providerId="ADAL" clId="{0B5441B2-F1A8-5CC7-81B5-EDE25064ADC8}" dt="2026-09-01T15:01:34.550" v="2588" actId="2696"/>
          <pc:sldLayoutMkLst>
            <pc:docMk/>
            <pc:sldMasterMk cId="960462109" sldId="2147483677"/>
            <pc:sldLayoutMk cId="794589" sldId="2147483681"/>
          </pc:sldLayoutMkLst>
          <pc:spChg chg="mod">
            <ac:chgData name="Annika Kiefer" userId="c292bd1e-1f25-4e89-adaa-eec436161fa0" providerId="ADAL" clId="{0B5441B2-F1A8-5CC7-81B5-EDE25064ADC8}" dt="2026-09-01T12:03:45.461" v="1711" actId="1076"/>
            <ac:spMkLst>
              <pc:docMk/>
              <pc:sldMasterMk cId="960462109" sldId="2147483677"/>
              <pc:sldLayoutMk cId="794589" sldId="2147483681"/>
              <ac:spMk id="2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3.106" v="1689" actId="478"/>
            <ac:spMkLst>
              <pc:docMk/>
              <pc:sldMasterMk cId="960462109" sldId="2147483677"/>
              <pc:sldLayoutMk cId="794589" sldId="2147483681"/>
              <ac:spMk id="3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1.705" v="1688" actId="478"/>
            <ac:spMkLst>
              <pc:docMk/>
              <pc:sldMasterMk cId="960462109" sldId="2147483677"/>
              <pc:sldLayoutMk cId="794589" sldId="2147483681"/>
              <ac:spMk id="4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4.338" v="1690" actId="478"/>
            <ac:spMkLst>
              <pc:docMk/>
              <pc:sldMasterMk cId="960462109" sldId="2147483677"/>
              <pc:sldLayoutMk cId="794589" sldId="2147483681"/>
              <ac:spMk id="5" creationId="{00000000-0000-0000-0000-000000000000}"/>
            </ac:spMkLst>
          </pc:spChg>
        </pc:sldLayoutChg>
        <pc:sldLayoutChg chg="add mod modTransition">
          <pc:chgData name="Annika Kiefer" userId="c292bd1e-1f25-4e89-adaa-eec436161fa0" providerId="ADAL" clId="{0B5441B2-F1A8-5CC7-81B5-EDE25064ADC8}" dt="2026-09-01T14:51:34.324" v="2534" actId="2890"/>
          <pc:sldLayoutMkLst>
            <pc:docMk/>
            <pc:sldMasterMk cId="960462109" sldId="2147483677"/>
            <pc:sldLayoutMk cId="808660452" sldId="2147483682"/>
          </pc:sldLayoutMkLst>
        </pc:sldLayoutChg>
        <pc:sldLayoutChg chg="addSp delSp modSp add mod modTransition">
          <pc:chgData name="Annika Kiefer" userId="c292bd1e-1f25-4e89-adaa-eec436161fa0" providerId="ADAL" clId="{0B5441B2-F1A8-5CC7-81B5-EDE25064ADC8}" dt="2026-09-02T12:41:26.456" v="4170"/>
          <pc:sldLayoutMkLst>
            <pc:docMk/>
            <pc:sldMasterMk cId="960462109" sldId="2147483677"/>
            <pc:sldLayoutMk cId="3659677088" sldId="2147483682"/>
          </pc:sldLayoutMkLst>
          <pc:spChg chg="add mod">
            <ac:chgData name="Annika Kiefer" userId="c292bd1e-1f25-4e89-adaa-eec436161fa0" providerId="ADAL" clId="{0B5441B2-F1A8-5CC7-81B5-EDE25064ADC8}" dt="2026-09-01T14:52:14.008" v="2541" actId="571"/>
            <ac:spMkLst>
              <pc:docMk/>
              <pc:sldMasterMk cId="960462109" sldId="2147483677"/>
              <pc:sldLayoutMk cId="3659677088" sldId="2147483682"/>
              <ac:spMk id="2" creationId="{D904B892-2F4B-06A3-2658-A7675A63BCD6}"/>
            </ac:spMkLst>
          </pc:spChg>
          <pc:spChg chg="del">
            <ac:chgData name="Annika Kiefer" userId="c292bd1e-1f25-4e89-adaa-eec436161fa0" providerId="ADAL" clId="{0B5441B2-F1A8-5CC7-81B5-EDE25064ADC8}" dt="2026-09-01T14:52:04.800" v="2538" actId="478"/>
            <ac:spMkLst>
              <pc:docMk/>
              <pc:sldMasterMk cId="960462109" sldId="2147483677"/>
              <pc:sldLayoutMk cId="3659677088" sldId="2147483682"/>
              <ac:spMk id="3" creationId="{E5319919-A11E-BE95-BD4F-CBDCA821547B}"/>
            </ac:spMkLst>
          </pc:spChg>
          <pc:spChg chg="add mod">
            <ac:chgData name="Annika Kiefer" userId="c292bd1e-1f25-4e89-adaa-eec436161fa0" providerId="ADAL" clId="{0B5441B2-F1A8-5CC7-81B5-EDE25064ADC8}" dt="2026-09-01T14:52:19.759" v="2542" actId="571"/>
            <ac:spMkLst>
              <pc:docMk/>
              <pc:sldMasterMk cId="960462109" sldId="2147483677"/>
              <pc:sldLayoutMk cId="3659677088" sldId="2147483682"/>
              <ac:spMk id="4" creationId="{9CFE4667-BB1B-9A29-E07E-CE6F1C46179E}"/>
            </ac:spMkLst>
          </pc:spChg>
          <pc:spChg chg="del mod">
            <ac:chgData name="Annika Kiefer" userId="c292bd1e-1f25-4e89-adaa-eec436161fa0" providerId="ADAL" clId="{0B5441B2-F1A8-5CC7-81B5-EDE25064ADC8}" dt="2026-09-01T14:52:05.691" v="2540" actId="478"/>
            <ac:spMkLst>
              <pc:docMk/>
              <pc:sldMasterMk cId="960462109" sldId="2147483677"/>
              <pc:sldLayoutMk cId="3659677088" sldId="2147483682"/>
              <ac:spMk id="5" creationId="{28E0F58E-9BE7-B9B9-80C7-FAACD4C77ED2}"/>
            </ac:spMkLst>
          </pc:spChg>
          <pc:spChg chg="add mod">
            <ac:chgData name="Annika Kiefer" userId="c292bd1e-1f25-4e89-adaa-eec436161fa0" providerId="ADAL" clId="{0B5441B2-F1A8-5CC7-81B5-EDE25064ADC8}" dt="2026-09-01T14:52:25.817" v="2543" actId="571"/>
            <ac:spMkLst>
              <pc:docMk/>
              <pc:sldMasterMk cId="960462109" sldId="2147483677"/>
              <pc:sldLayoutMk cId="3659677088" sldId="2147483682"/>
              <ac:spMk id="6" creationId="{FC71FBDB-4F44-0B64-8238-B44FBE1E059C}"/>
            </ac:spMkLst>
          </pc:spChg>
          <pc:spChg chg="add mod">
            <ac:chgData name="Annika Kiefer" userId="c292bd1e-1f25-4e89-adaa-eec436161fa0" providerId="ADAL" clId="{0B5441B2-F1A8-5CC7-81B5-EDE25064ADC8}" dt="2026-09-02T12:41:26.456" v="4170"/>
            <ac:spMkLst>
              <pc:docMk/>
              <pc:sldMasterMk cId="960462109" sldId="2147483677"/>
              <pc:sldLayoutMk cId="3659677088" sldId="2147483682"/>
              <ac:spMk id="7" creationId="{D575B6B1-3651-8014-C554-23788620C796}"/>
            </ac:spMkLst>
          </pc:spChg>
          <pc:spChg chg="mod">
            <ac:chgData name="Annika Kiefer" userId="c292bd1e-1f25-4e89-adaa-eec436161fa0" providerId="ADAL" clId="{0B5441B2-F1A8-5CC7-81B5-EDE25064ADC8}" dt="2026-09-01T14:52:02.754" v="2537" actId="14100"/>
            <ac:spMkLst>
              <pc:docMk/>
              <pc:sldMasterMk cId="960462109" sldId="2147483677"/>
              <pc:sldLayoutMk cId="3659677088" sldId="2147483682"/>
              <ac:spMk id="8" creationId="{F0169856-655E-ABA1-A4AA-FEF03EF27B78}"/>
            </ac:spMkLst>
          </pc:spChg>
          <pc:spChg chg="del">
            <ac:chgData name="Annika Kiefer" userId="c292bd1e-1f25-4e89-adaa-eec436161fa0" providerId="ADAL" clId="{0B5441B2-F1A8-5CC7-81B5-EDE25064ADC8}" dt="2026-09-02T12:41:26" v="4169" actId="478"/>
            <ac:spMkLst>
              <pc:docMk/>
              <pc:sldMasterMk cId="960462109" sldId="2147483677"/>
              <pc:sldLayoutMk cId="3659677088" sldId="2147483682"/>
              <ac:spMk id="11" creationId="{5F2BDFE8-78D3-7568-DFFD-897075671413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4:59:47.656" v="2585" actId="3064"/>
          <pc:sldLayoutMkLst>
            <pc:docMk/>
            <pc:sldMasterMk cId="960462109" sldId="2147483677"/>
            <pc:sldLayoutMk cId="1072826196" sldId="2147483683"/>
          </pc:sldLayoutMkLst>
          <pc:spChg chg="del">
            <ac:chgData name="Annika Kiefer" userId="c292bd1e-1f25-4e89-adaa-eec436161fa0" providerId="ADAL" clId="{0B5441B2-F1A8-5CC7-81B5-EDE25064ADC8}" dt="2026-09-01T14:53:09.198" v="2546" actId="478"/>
            <ac:spMkLst>
              <pc:docMk/>
              <pc:sldMasterMk cId="960462109" sldId="2147483677"/>
              <pc:sldLayoutMk cId="1072826196" sldId="2147483683"/>
              <ac:spMk id="2" creationId="{D904B892-2F4B-06A3-2658-A7675A63BCD6}"/>
            </ac:spMkLst>
          </pc:spChg>
          <pc:spChg chg="add del">
            <ac:chgData name="Annika Kiefer" userId="c292bd1e-1f25-4e89-adaa-eec436161fa0" providerId="ADAL" clId="{0B5441B2-F1A8-5CC7-81B5-EDE25064ADC8}" dt="2026-09-01T14:55:36.603" v="2554" actId="11529"/>
            <ac:spMkLst>
              <pc:docMk/>
              <pc:sldMasterMk cId="960462109" sldId="2147483677"/>
              <pc:sldLayoutMk cId="1072826196" sldId="2147483683"/>
              <ac:spMk id="3" creationId="{C31A3E05-02F1-6847-046C-F76FDC9B7996}"/>
            </ac:spMkLst>
          </pc:spChg>
          <pc:spChg chg="del">
            <ac:chgData name="Annika Kiefer" userId="c292bd1e-1f25-4e89-adaa-eec436161fa0" providerId="ADAL" clId="{0B5441B2-F1A8-5CC7-81B5-EDE25064ADC8}" dt="2026-09-01T14:53:09.855" v="2547" actId="478"/>
            <ac:spMkLst>
              <pc:docMk/>
              <pc:sldMasterMk cId="960462109" sldId="2147483677"/>
              <pc:sldLayoutMk cId="1072826196" sldId="2147483683"/>
              <ac:spMk id="4" creationId="{9CFE4667-BB1B-9A29-E07E-CE6F1C46179E}"/>
            </ac:spMkLst>
          </pc:spChg>
          <pc:spChg chg="add mod">
            <ac:chgData name="Annika Kiefer" userId="c292bd1e-1f25-4e89-adaa-eec436161fa0" providerId="ADAL" clId="{0B5441B2-F1A8-5CC7-81B5-EDE25064ADC8}" dt="2026-09-01T14:59:47.656" v="2585" actId="3064"/>
            <ac:spMkLst>
              <pc:docMk/>
              <pc:sldMasterMk cId="960462109" sldId="2147483677"/>
              <pc:sldLayoutMk cId="1072826196" sldId="2147483683"/>
              <ac:spMk id="5" creationId="{D717A93F-64EB-0859-F4CF-860391885996}"/>
            </ac:spMkLst>
          </pc:spChg>
          <pc:spChg chg="del">
            <ac:chgData name="Annika Kiefer" userId="c292bd1e-1f25-4e89-adaa-eec436161fa0" providerId="ADAL" clId="{0B5441B2-F1A8-5CC7-81B5-EDE25064ADC8}" dt="2026-09-01T14:53:10.431" v="2548" actId="478"/>
            <ac:spMkLst>
              <pc:docMk/>
              <pc:sldMasterMk cId="960462109" sldId="2147483677"/>
              <pc:sldLayoutMk cId="1072826196" sldId="2147483683"/>
              <ac:spMk id="6" creationId="{FC71FBDB-4F44-0B64-8238-B44FBE1E059C}"/>
            </ac:spMkLst>
          </pc:spChg>
          <pc:spChg chg="mod">
            <ac:chgData name="Annika Kiefer" userId="c292bd1e-1f25-4e89-adaa-eec436161fa0" providerId="ADAL" clId="{0B5441B2-F1A8-5CC7-81B5-EDE25064ADC8}" dt="2026-09-01T14:54:57.522" v="2553" actId="14100"/>
            <ac:spMkLst>
              <pc:docMk/>
              <pc:sldMasterMk cId="960462109" sldId="2147483677"/>
              <pc:sldLayoutMk cId="1072826196" sldId="2147483683"/>
              <ac:spMk id="8" creationId="{F0169856-655E-ABA1-A4AA-FEF03EF27B78}"/>
            </ac:spMkLst>
          </pc:spChg>
          <pc:spChg chg="del">
            <ac:chgData name="Annika Kiefer" userId="c292bd1e-1f25-4e89-adaa-eec436161fa0" providerId="ADAL" clId="{0B5441B2-F1A8-5CC7-81B5-EDE25064ADC8}" dt="2026-09-01T14:53:08.095" v="2545" actId="478"/>
            <ac:spMkLst>
              <pc:docMk/>
              <pc:sldMasterMk cId="960462109" sldId="2147483677"/>
              <pc:sldLayoutMk cId="1072826196" sldId="2147483683"/>
              <ac:spMk id="11" creationId="{5F2BDFE8-78D3-7568-DFFD-897075671413}"/>
            </ac:spMkLst>
          </pc:spChg>
        </pc:sldLayoutChg>
        <pc:sldLayoutChg chg="delSp modSp add mod modTransition">
          <pc:chgData name="Annika Kiefer" userId="c292bd1e-1f25-4e89-adaa-eec436161fa0" providerId="ADAL" clId="{0B5441B2-F1A8-5CC7-81B5-EDE25064ADC8}" dt="2026-09-01T15:03:15.829" v="2591" actId="14100"/>
          <pc:sldLayoutMkLst>
            <pc:docMk/>
            <pc:sldMasterMk cId="960462109" sldId="2147483677"/>
            <pc:sldLayoutMk cId="2441120316" sldId="2147483684"/>
          </pc:sldLayoutMkLst>
          <pc:spChg chg="del">
            <ac:chgData name="Annika Kiefer" userId="c292bd1e-1f25-4e89-adaa-eec436161fa0" providerId="ADAL" clId="{0B5441B2-F1A8-5CC7-81B5-EDE25064ADC8}" dt="2026-09-01T15:03:12.722" v="2590" actId="478"/>
            <ac:spMkLst>
              <pc:docMk/>
              <pc:sldMasterMk cId="960462109" sldId="2147483677"/>
              <pc:sldLayoutMk cId="2441120316" sldId="2147483684"/>
              <ac:spMk id="5" creationId="{D717A93F-64EB-0859-F4CF-860391885996}"/>
            </ac:spMkLst>
          </pc:spChg>
          <pc:spChg chg="mod">
            <ac:chgData name="Annika Kiefer" userId="c292bd1e-1f25-4e89-adaa-eec436161fa0" providerId="ADAL" clId="{0B5441B2-F1A8-5CC7-81B5-EDE25064ADC8}" dt="2026-09-01T15:03:15.829" v="2591" actId="14100"/>
            <ac:spMkLst>
              <pc:docMk/>
              <pc:sldMasterMk cId="960462109" sldId="2147483677"/>
              <pc:sldLayoutMk cId="2441120316" sldId="2147483684"/>
              <ac:spMk id="8" creationId="{F0169856-655E-ABA1-A4AA-FEF03EF27B78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03:47.341" v="2599" actId="1076"/>
          <pc:sldLayoutMkLst>
            <pc:docMk/>
            <pc:sldMasterMk cId="960462109" sldId="2147483677"/>
            <pc:sldLayoutMk cId="120031199" sldId="2147483685"/>
          </pc:sldLayoutMkLst>
          <pc:spChg chg="add mod">
            <ac:chgData name="Annika Kiefer" userId="c292bd1e-1f25-4e89-adaa-eec436161fa0" providerId="ADAL" clId="{0B5441B2-F1A8-5CC7-81B5-EDE25064ADC8}" dt="2026-09-01T15:03:47.341" v="2599" actId="1076"/>
            <ac:spMkLst>
              <pc:docMk/>
              <pc:sldMasterMk cId="960462109" sldId="2147483677"/>
              <pc:sldLayoutMk cId="120031199" sldId="2147483685"/>
              <ac:spMk id="2" creationId="{7BC66EE3-F587-F58D-162D-BC3E20352F63}"/>
            </ac:spMkLst>
          </pc:spChg>
          <pc:spChg chg="del mod">
            <ac:chgData name="Annika Kiefer" userId="c292bd1e-1f25-4e89-adaa-eec436161fa0" providerId="ADAL" clId="{0B5441B2-F1A8-5CC7-81B5-EDE25064ADC8}" dt="2026-09-01T15:03:31.504" v="2595" actId="478"/>
            <ac:spMkLst>
              <pc:docMk/>
              <pc:sldMasterMk cId="960462109" sldId="2147483677"/>
              <pc:sldLayoutMk cId="120031199" sldId="2147483685"/>
              <ac:spMk id="5" creationId="{D717A93F-64EB-0859-F4CF-860391885996}"/>
            </ac:spMkLst>
          </pc:spChg>
          <pc:spChg chg="mod">
            <ac:chgData name="Annika Kiefer" userId="c292bd1e-1f25-4e89-adaa-eec436161fa0" providerId="ADAL" clId="{0B5441B2-F1A8-5CC7-81B5-EDE25064ADC8}" dt="2026-09-01T15:03:36.064" v="2597" actId="14100"/>
            <ac:spMkLst>
              <pc:docMk/>
              <pc:sldMasterMk cId="960462109" sldId="2147483677"/>
              <pc:sldLayoutMk cId="120031199" sldId="2147483685"/>
              <ac:spMk id="8" creationId="{F0169856-655E-ABA1-A4AA-FEF03EF27B78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5:04:30.829" v="2606" actId="1076"/>
          <pc:sldLayoutMkLst>
            <pc:docMk/>
            <pc:sldMasterMk cId="960462109" sldId="2147483677"/>
            <pc:sldLayoutMk cId="2570055598" sldId="2147483686"/>
          </pc:sldLayoutMkLst>
          <pc:spChg chg="del mod">
            <ac:chgData name="Annika Kiefer" userId="c292bd1e-1f25-4e89-adaa-eec436161fa0" providerId="ADAL" clId="{0B5441B2-F1A8-5CC7-81B5-EDE25064ADC8}" dt="2026-09-01T15:04:11.139" v="2603" actId="478"/>
            <ac:spMkLst>
              <pc:docMk/>
              <pc:sldMasterMk cId="960462109" sldId="2147483677"/>
              <pc:sldLayoutMk cId="2570055598" sldId="2147483686"/>
              <ac:spMk id="2" creationId="{7BC66EE3-F587-F58D-162D-BC3E20352F63}"/>
            </ac:spMkLst>
          </pc:spChg>
          <pc:spChg chg="add mod">
            <ac:chgData name="Annika Kiefer" userId="c292bd1e-1f25-4e89-adaa-eec436161fa0" providerId="ADAL" clId="{0B5441B2-F1A8-5CC7-81B5-EDE25064ADC8}" dt="2026-09-01T15:04:18.974" v="2604" actId="571"/>
            <ac:spMkLst>
              <pc:docMk/>
              <pc:sldMasterMk cId="960462109" sldId="2147483677"/>
              <pc:sldLayoutMk cId="2570055598" sldId="2147483686"/>
              <ac:spMk id="3" creationId="{7B851259-1AA1-5E6F-F9EB-671D73FF0908}"/>
            </ac:spMkLst>
          </pc:spChg>
          <pc:spChg chg="add mod">
            <ac:chgData name="Annika Kiefer" userId="c292bd1e-1f25-4e89-adaa-eec436161fa0" providerId="ADAL" clId="{0B5441B2-F1A8-5CC7-81B5-EDE25064ADC8}" dt="2026-09-01T15:04:30.829" v="2606" actId="1076"/>
            <ac:spMkLst>
              <pc:docMk/>
              <pc:sldMasterMk cId="960462109" sldId="2147483677"/>
              <pc:sldLayoutMk cId="2570055598" sldId="2147483686"/>
              <ac:spMk id="4" creationId="{79E2F26A-EE2F-58C5-CDDE-A603794E1584}"/>
            </ac:spMkLst>
          </pc:spChg>
          <pc:spChg chg="mod">
            <ac:chgData name="Annika Kiefer" userId="c292bd1e-1f25-4e89-adaa-eec436161fa0" providerId="ADAL" clId="{0B5441B2-F1A8-5CC7-81B5-EDE25064ADC8}" dt="2026-09-01T15:04:09.952" v="2601" actId="14100"/>
            <ac:spMkLst>
              <pc:docMk/>
              <pc:sldMasterMk cId="960462109" sldId="2147483677"/>
              <pc:sldLayoutMk cId="2570055598" sldId="2147483686"/>
              <ac:spMk id="8" creationId="{F0169856-655E-ABA1-A4AA-FEF03EF27B78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13:12.626" v="2674" actId="20577"/>
          <pc:sldLayoutMkLst>
            <pc:docMk/>
            <pc:sldMasterMk cId="960462109" sldId="2147483677"/>
            <pc:sldLayoutMk cId="3907805327" sldId="2147483687"/>
          </pc:sldLayoutMkLst>
          <pc:spChg chg="add mod">
            <ac:chgData name="Annika Kiefer" userId="c292bd1e-1f25-4e89-adaa-eec436161fa0" providerId="ADAL" clId="{0B5441B2-F1A8-5CC7-81B5-EDE25064ADC8}" dt="2026-09-01T15:07:50.376" v="2644" actId="1076"/>
            <ac:spMkLst>
              <pc:docMk/>
              <pc:sldMasterMk cId="960462109" sldId="2147483677"/>
              <pc:sldLayoutMk cId="3907805327" sldId="2147483687"/>
              <ac:spMk id="2" creationId="{7A070E7F-D779-8F7D-DADD-E72484F3106D}"/>
            </ac:spMkLst>
          </pc:spChg>
          <pc:spChg chg="add mod">
            <ac:chgData name="Annika Kiefer" userId="c292bd1e-1f25-4e89-adaa-eec436161fa0" providerId="ADAL" clId="{0B5441B2-F1A8-5CC7-81B5-EDE25064ADC8}" dt="2026-09-01T15:07:50.376" v="2644" actId="1076"/>
            <ac:spMkLst>
              <pc:docMk/>
              <pc:sldMasterMk cId="960462109" sldId="2147483677"/>
              <pc:sldLayoutMk cId="3907805327" sldId="2147483687"/>
              <ac:spMk id="3" creationId="{6942CC9F-E6AA-2A87-5D62-47B667489DD6}"/>
            </ac:spMkLst>
          </pc:spChg>
          <pc:spChg chg="add del">
            <ac:chgData name="Annika Kiefer" userId="c292bd1e-1f25-4e89-adaa-eec436161fa0" providerId="ADAL" clId="{0B5441B2-F1A8-5CC7-81B5-EDE25064ADC8}" dt="2026-09-01T15:11:27.149" v="2646" actId="11529"/>
            <ac:spMkLst>
              <pc:docMk/>
              <pc:sldMasterMk cId="960462109" sldId="2147483677"/>
              <pc:sldLayoutMk cId="3907805327" sldId="2147483687"/>
              <ac:spMk id="4" creationId="{F7673247-9B86-3DB7-DC45-ACC481D54228}"/>
            </ac:spMkLst>
          </pc:spChg>
          <pc:spChg chg="add mod">
            <ac:chgData name="Annika Kiefer" userId="c292bd1e-1f25-4e89-adaa-eec436161fa0" providerId="ADAL" clId="{0B5441B2-F1A8-5CC7-81B5-EDE25064ADC8}" dt="2026-09-01T15:12:47.021" v="2672" actId="1036"/>
            <ac:spMkLst>
              <pc:docMk/>
              <pc:sldMasterMk cId="960462109" sldId="2147483677"/>
              <pc:sldLayoutMk cId="3907805327" sldId="2147483687"/>
              <ac:spMk id="5" creationId="{AE68CC07-9D15-7D8B-2F3A-4DEDB933EBA2}"/>
            </ac:spMkLst>
          </pc:spChg>
          <pc:spChg chg="add mod">
            <ac:chgData name="Annika Kiefer" userId="c292bd1e-1f25-4e89-adaa-eec436161fa0" providerId="ADAL" clId="{0B5441B2-F1A8-5CC7-81B5-EDE25064ADC8}" dt="2026-09-01T15:13:12.626" v="2674" actId="20577"/>
            <ac:spMkLst>
              <pc:docMk/>
              <pc:sldMasterMk cId="960462109" sldId="2147483677"/>
              <pc:sldLayoutMk cId="3907805327" sldId="2147483687"/>
              <ac:spMk id="6" creationId="{0075658C-C007-F7B1-0B77-0B604A7CD433}"/>
            </ac:spMkLst>
          </pc:spChg>
          <pc:spChg chg="mod">
            <ac:chgData name="Annika Kiefer" userId="c292bd1e-1f25-4e89-adaa-eec436161fa0" providerId="ADAL" clId="{0B5441B2-F1A8-5CC7-81B5-EDE25064ADC8}" dt="2026-09-01T15:07:17.011" v="2640" actId="20577"/>
            <ac:spMkLst>
              <pc:docMk/>
              <pc:sldMasterMk cId="960462109" sldId="2147483677"/>
              <pc:sldLayoutMk cId="3907805327" sldId="2147483687"/>
              <ac:spMk id="9" creationId="{43C55815-19AD-8722-F4C9-C81C64A5D805}"/>
            </ac:spMkLst>
          </pc:spChg>
          <pc:spChg chg="del">
            <ac:chgData name="Annika Kiefer" userId="c292bd1e-1f25-4e89-adaa-eec436161fa0" providerId="ADAL" clId="{0B5441B2-F1A8-5CC7-81B5-EDE25064ADC8}" dt="2026-09-01T15:07:56.377" v="2645" actId="478"/>
            <ac:spMkLst>
              <pc:docMk/>
              <pc:sldMasterMk cId="960462109" sldId="2147483677"/>
              <pc:sldLayoutMk cId="3907805327" sldId="2147483687"/>
              <ac:spMk id="10" creationId="{F2B8AD0F-70F1-4438-63E3-ED79055AE9EF}"/>
            </ac:spMkLst>
          </pc:spChg>
          <pc:spChg chg="del">
            <ac:chgData name="Annika Kiefer" userId="c292bd1e-1f25-4e89-adaa-eec436161fa0" providerId="ADAL" clId="{0B5441B2-F1A8-5CC7-81B5-EDE25064ADC8}" dt="2026-09-01T15:07:35.411" v="2641" actId="478"/>
            <ac:spMkLst>
              <pc:docMk/>
              <pc:sldMasterMk cId="960462109" sldId="2147483677"/>
              <pc:sldLayoutMk cId="3907805327" sldId="2147483687"/>
              <ac:spMk id="11" creationId="{4AE819E8-203D-3BA6-F2A4-CC1D7C5C49A9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5:18:50.667" v="2728" actId="478"/>
          <pc:sldLayoutMkLst>
            <pc:docMk/>
            <pc:sldMasterMk cId="960462109" sldId="2147483677"/>
            <pc:sldLayoutMk cId="2904411386" sldId="2147483688"/>
          </pc:sldLayoutMkLst>
          <pc:spChg chg="del mod">
            <ac:chgData name="Annika Kiefer" userId="c292bd1e-1f25-4e89-adaa-eec436161fa0" providerId="ADAL" clId="{0B5441B2-F1A8-5CC7-81B5-EDE25064ADC8}" dt="2026-09-01T15:14:27.643" v="2699" actId="478"/>
            <ac:spMkLst>
              <pc:docMk/>
              <pc:sldMasterMk cId="960462109" sldId="2147483677"/>
              <pc:sldLayoutMk cId="2904411386" sldId="2147483688"/>
              <ac:spMk id="2" creationId="{7A070E7F-D779-8F7D-DADD-E72484F3106D}"/>
            </ac:spMkLst>
          </pc:spChg>
          <pc:spChg chg="del">
            <ac:chgData name="Annika Kiefer" userId="c292bd1e-1f25-4e89-adaa-eec436161fa0" providerId="ADAL" clId="{0B5441B2-F1A8-5CC7-81B5-EDE25064ADC8}" dt="2026-09-01T15:14:28.535" v="2700" actId="478"/>
            <ac:spMkLst>
              <pc:docMk/>
              <pc:sldMasterMk cId="960462109" sldId="2147483677"/>
              <pc:sldLayoutMk cId="2904411386" sldId="2147483688"/>
              <ac:spMk id="3" creationId="{6942CC9F-E6AA-2A87-5D62-47B667489DD6}"/>
            </ac:spMkLst>
          </pc:spChg>
          <pc:spChg chg="add del mod">
            <ac:chgData name="Annika Kiefer" userId="c292bd1e-1f25-4e89-adaa-eec436161fa0" providerId="ADAL" clId="{0B5441B2-F1A8-5CC7-81B5-EDE25064ADC8}" dt="2026-09-01T15:15:12.874" v="2710" actId="478"/>
            <ac:spMkLst>
              <pc:docMk/>
              <pc:sldMasterMk cId="960462109" sldId="2147483677"/>
              <pc:sldLayoutMk cId="2904411386" sldId="2147483688"/>
              <ac:spMk id="4" creationId="{27EEB5DC-7CEF-2D48-D152-325DEE1096A5}"/>
            </ac:spMkLst>
          </pc:spChg>
          <pc:spChg chg="del mod">
            <ac:chgData name="Annika Kiefer" userId="c292bd1e-1f25-4e89-adaa-eec436161fa0" providerId="ADAL" clId="{0B5441B2-F1A8-5CC7-81B5-EDE25064ADC8}" dt="2026-09-01T15:14:23.775" v="2697" actId="478"/>
            <ac:spMkLst>
              <pc:docMk/>
              <pc:sldMasterMk cId="960462109" sldId="2147483677"/>
              <pc:sldLayoutMk cId="2904411386" sldId="2147483688"/>
              <ac:spMk id="5" creationId="{AE68CC07-9D15-7D8B-2F3A-4DEDB933EBA2}"/>
            </ac:spMkLst>
          </pc:spChg>
          <pc:spChg chg="del">
            <ac:chgData name="Annika Kiefer" userId="c292bd1e-1f25-4e89-adaa-eec436161fa0" providerId="ADAL" clId="{0B5441B2-F1A8-5CC7-81B5-EDE25064ADC8}" dt="2026-09-01T15:14:29.349" v="2701" actId="478"/>
            <ac:spMkLst>
              <pc:docMk/>
              <pc:sldMasterMk cId="960462109" sldId="2147483677"/>
              <pc:sldLayoutMk cId="2904411386" sldId="2147483688"/>
              <ac:spMk id="6" creationId="{0075658C-C007-F7B1-0B77-0B604A7CD433}"/>
            </ac:spMkLst>
          </pc:spChg>
          <pc:spChg chg="add del mod">
            <ac:chgData name="Annika Kiefer" userId="c292bd1e-1f25-4e89-adaa-eec436161fa0" providerId="ADAL" clId="{0B5441B2-F1A8-5CC7-81B5-EDE25064ADC8}" dt="2026-09-01T15:15:13.167" v="2711" actId="478"/>
            <ac:spMkLst>
              <pc:docMk/>
              <pc:sldMasterMk cId="960462109" sldId="2147483677"/>
              <pc:sldLayoutMk cId="2904411386" sldId="2147483688"/>
              <ac:spMk id="7" creationId="{7157440E-BBDA-59CB-49F1-57A0165F32F1}"/>
            </ac:spMkLst>
          </pc:spChg>
          <pc:spChg chg="add del mod">
            <ac:chgData name="Annika Kiefer" userId="c292bd1e-1f25-4e89-adaa-eec436161fa0" providerId="ADAL" clId="{0B5441B2-F1A8-5CC7-81B5-EDE25064ADC8}" dt="2026-09-01T15:15:42.383" v="2718" actId="478"/>
            <ac:spMkLst>
              <pc:docMk/>
              <pc:sldMasterMk cId="960462109" sldId="2147483677"/>
              <pc:sldLayoutMk cId="2904411386" sldId="2147483688"/>
              <ac:spMk id="8" creationId="{63C6C08F-3F6B-3E67-E117-736660E9138C}"/>
            </ac:spMkLst>
          </pc:spChg>
          <pc:spChg chg="mod">
            <ac:chgData name="Annika Kiefer" userId="c292bd1e-1f25-4e89-adaa-eec436161fa0" providerId="ADAL" clId="{0B5441B2-F1A8-5CC7-81B5-EDE25064ADC8}" dt="2026-09-01T15:14:05.712" v="2695" actId="20577"/>
            <ac:spMkLst>
              <pc:docMk/>
              <pc:sldMasterMk cId="960462109" sldId="2147483677"/>
              <pc:sldLayoutMk cId="2904411386" sldId="2147483688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1T15:17:47.844" v="2723" actId="478"/>
            <ac:spMkLst>
              <pc:docMk/>
              <pc:sldMasterMk cId="960462109" sldId="2147483677"/>
              <pc:sldLayoutMk cId="2904411386" sldId="2147483688"/>
              <ac:spMk id="10" creationId="{D14874DF-D7AE-55F0-8F07-238067625D07}"/>
            </ac:spMkLst>
          </pc:spChg>
          <pc:spChg chg="add mod">
            <ac:chgData name="Annika Kiefer" userId="c292bd1e-1f25-4e89-adaa-eec436161fa0" providerId="ADAL" clId="{0B5441B2-F1A8-5CC7-81B5-EDE25064ADC8}" dt="2026-09-01T15:15:44.960" v="2719" actId="1076"/>
            <ac:spMkLst>
              <pc:docMk/>
              <pc:sldMasterMk cId="960462109" sldId="2147483677"/>
              <pc:sldLayoutMk cId="2904411386" sldId="2147483688"/>
              <ac:spMk id="11" creationId="{A83158E2-9BD9-1994-BBB4-8CC875B58C7F}"/>
            </ac:spMkLst>
          </pc:spChg>
          <pc:spChg chg="add mod">
            <ac:chgData name="Annika Kiefer" userId="c292bd1e-1f25-4e89-adaa-eec436161fa0" providerId="ADAL" clId="{0B5441B2-F1A8-5CC7-81B5-EDE25064ADC8}" dt="2026-09-01T15:17:55.150" v="2725" actId="2085"/>
            <ac:spMkLst>
              <pc:docMk/>
              <pc:sldMasterMk cId="960462109" sldId="2147483677"/>
              <pc:sldLayoutMk cId="2904411386" sldId="2147483688"/>
              <ac:spMk id="12" creationId="{1F21E272-E772-5CC5-E2EE-E6FA67AB225E}"/>
            </ac:spMkLst>
          </pc:spChg>
          <pc:spChg chg="add del">
            <ac:chgData name="Annika Kiefer" userId="c292bd1e-1f25-4e89-adaa-eec436161fa0" providerId="ADAL" clId="{0B5441B2-F1A8-5CC7-81B5-EDE25064ADC8}" dt="2026-09-01T15:18:43.564" v="2726" actId="11529"/>
            <ac:spMkLst>
              <pc:docMk/>
              <pc:sldMasterMk cId="960462109" sldId="2147483677"/>
              <pc:sldLayoutMk cId="2904411386" sldId="2147483688"/>
              <ac:spMk id="13" creationId="{8DE5198E-4A92-9C80-E937-2C1905DC499D}"/>
            </ac:spMkLst>
          </pc:spChg>
          <pc:spChg chg="add del mod">
            <ac:chgData name="Annika Kiefer" userId="c292bd1e-1f25-4e89-adaa-eec436161fa0" providerId="ADAL" clId="{0B5441B2-F1A8-5CC7-81B5-EDE25064ADC8}" dt="2026-09-01T15:18:50.667" v="2728" actId="478"/>
            <ac:spMkLst>
              <pc:docMk/>
              <pc:sldMasterMk cId="960462109" sldId="2147483677"/>
              <pc:sldLayoutMk cId="2904411386" sldId="2147483688"/>
              <ac:spMk id="14" creationId="{56D1DCD4-D991-16B3-7632-7B23D6DA32AC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2T12:39:35.790" v="4162"/>
          <pc:sldLayoutMkLst>
            <pc:docMk/>
            <pc:sldMasterMk cId="960462109" sldId="2147483677"/>
            <pc:sldLayoutMk cId="1677583683" sldId="2147483689"/>
          </pc:sldLayoutMkLst>
          <pc:spChg chg="add mod">
            <ac:chgData name="Annika Kiefer" userId="c292bd1e-1f25-4e89-adaa-eec436161fa0" providerId="ADAL" clId="{0B5441B2-F1A8-5CC7-81B5-EDE25064ADC8}" dt="2026-09-02T09:29:30.484" v="3618" actId="1076"/>
            <ac:spMkLst>
              <pc:docMk/>
              <pc:sldMasterMk cId="960462109" sldId="2147483677"/>
              <pc:sldLayoutMk cId="1677583683" sldId="2147483689"/>
              <ac:spMk id="2" creationId="{9E65906B-E2B2-E9C3-A31E-A3ABD1BF0272}"/>
            </ac:spMkLst>
          </pc:spChg>
          <pc:spChg chg="add mod">
            <ac:chgData name="Annika Kiefer" userId="c292bd1e-1f25-4e89-adaa-eec436161fa0" providerId="ADAL" clId="{0B5441B2-F1A8-5CC7-81B5-EDE25064ADC8}" dt="2026-09-02T09:29:30.484" v="3618" actId="1076"/>
            <ac:spMkLst>
              <pc:docMk/>
              <pc:sldMasterMk cId="960462109" sldId="2147483677"/>
              <pc:sldLayoutMk cId="1677583683" sldId="2147483689"/>
              <ac:spMk id="3" creationId="{A4121087-27A7-5397-89B3-8BD2A04206C9}"/>
            </ac:spMkLst>
          </pc:spChg>
          <pc:spChg chg="add mod">
            <ac:chgData name="Annika Kiefer" userId="c292bd1e-1f25-4e89-adaa-eec436161fa0" providerId="ADAL" clId="{0B5441B2-F1A8-5CC7-81B5-EDE25064ADC8}" dt="2026-09-01T15:20:15.438" v="2734" actId="1076"/>
            <ac:spMkLst>
              <pc:docMk/>
              <pc:sldMasterMk cId="960462109" sldId="2147483677"/>
              <pc:sldLayoutMk cId="1677583683" sldId="2147483689"/>
              <ac:spMk id="4" creationId="{703F3A40-58B4-E522-88B7-2811E006368A}"/>
            </ac:spMkLst>
          </pc:spChg>
          <pc:spChg chg="add mod">
            <ac:chgData name="Annika Kiefer" userId="c292bd1e-1f25-4e89-adaa-eec436161fa0" providerId="ADAL" clId="{0B5441B2-F1A8-5CC7-81B5-EDE25064ADC8}" dt="2026-09-01T15:20:15.438" v="2734" actId="1076"/>
            <ac:spMkLst>
              <pc:docMk/>
              <pc:sldMasterMk cId="960462109" sldId="2147483677"/>
              <pc:sldLayoutMk cId="1677583683" sldId="2147483689"/>
              <ac:spMk id="5" creationId="{836EED20-37D0-EEB7-6C7C-9D71DDEE63A5}"/>
            </ac:spMkLst>
          </pc:spChg>
          <pc:spChg chg="add del">
            <ac:chgData name="Annika Kiefer" userId="c292bd1e-1f25-4e89-adaa-eec436161fa0" providerId="ADAL" clId="{0B5441B2-F1A8-5CC7-81B5-EDE25064ADC8}" dt="2026-09-02T09:24:34.877" v="3414" actId="11529"/>
            <ac:spMkLst>
              <pc:docMk/>
              <pc:sldMasterMk cId="960462109" sldId="2147483677"/>
              <pc:sldLayoutMk cId="1677583683" sldId="2147483689"/>
              <ac:spMk id="6" creationId="{8341A102-0E46-1A9D-1BDA-1EEB346C9C78}"/>
            </ac:spMkLst>
          </pc:spChg>
          <pc:spChg chg="add del mod">
            <ac:chgData name="Annika Kiefer" userId="c292bd1e-1f25-4e89-adaa-eec436161fa0" providerId="ADAL" clId="{0B5441B2-F1A8-5CC7-81B5-EDE25064ADC8}" dt="2026-09-02T09:29:22.753" v="3617" actId="478"/>
            <ac:spMkLst>
              <pc:docMk/>
              <pc:sldMasterMk cId="960462109" sldId="2147483677"/>
              <pc:sldLayoutMk cId="1677583683" sldId="2147483689"/>
              <ac:spMk id="7" creationId="{0633B903-64B7-93A8-251C-41F7559D08E3}"/>
            </ac:spMkLst>
          </pc:spChg>
          <pc:spChg chg="add del mod">
            <ac:chgData name="Annika Kiefer" userId="c292bd1e-1f25-4e89-adaa-eec436161fa0" providerId="ADAL" clId="{0B5441B2-F1A8-5CC7-81B5-EDE25064ADC8}" dt="2026-09-02T09:26:52.667" v="3478" actId="478"/>
            <ac:spMkLst>
              <pc:docMk/>
              <pc:sldMasterMk cId="960462109" sldId="2147483677"/>
              <pc:sldLayoutMk cId="1677583683" sldId="2147483689"/>
              <ac:spMk id="8" creationId="{4CF508C7-4761-387D-D72B-F02DB89D7184}"/>
            </ac:spMkLst>
          </pc:spChg>
          <pc:spChg chg="del">
            <ac:chgData name="Annika Kiefer" userId="c292bd1e-1f25-4e89-adaa-eec436161fa0" providerId="ADAL" clId="{0B5441B2-F1A8-5CC7-81B5-EDE25064ADC8}" dt="2026-09-01T15:19:19.257" v="2730" actId="478"/>
            <ac:spMkLst>
              <pc:docMk/>
              <pc:sldMasterMk cId="960462109" sldId="2147483677"/>
              <pc:sldLayoutMk cId="1677583683" sldId="2147483689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2T09:27:47.595" v="3518" actId="478"/>
            <ac:spMkLst>
              <pc:docMk/>
              <pc:sldMasterMk cId="960462109" sldId="2147483677"/>
              <pc:sldLayoutMk cId="1677583683" sldId="2147483689"/>
              <ac:spMk id="10" creationId="{0406DFD9-E104-821B-9F17-4E6B9655387F}"/>
            </ac:spMkLst>
          </pc:spChg>
          <pc:spChg chg="del">
            <ac:chgData name="Annika Kiefer" userId="c292bd1e-1f25-4e89-adaa-eec436161fa0" providerId="ADAL" clId="{0B5441B2-F1A8-5CC7-81B5-EDE25064ADC8}" dt="2026-09-01T15:19:20.215" v="2731" actId="478"/>
            <ac:spMkLst>
              <pc:docMk/>
              <pc:sldMasterMk cId="960462109" sldId="2147483677"/>
              <pc:sldLayoutMk cId="1677583683" sldId="2147483689"/>
              <ac:spMk id="11" creationId="{A83158E2-9BD9-1994-BBB4-8CC875B58C7F}"/>
            </ac:spMkLst>
          </pc:spChg>
          <pc:spChg chg="del">
            <ac:chgData name="Annika Kiefer" userId="c292bd1e-1f25-4e89-adaa-eec436161fa0" providerId="ADAL" clId="{0B5441B2-F1A8-5CC7-81B5-EDE25064ADC8}" dt="2026-09-01T15:19:21.084" v="2732" actId="478"/>
            <ac:spMkLst>
              <pc:docMk/>
              <pc:sldMasterMk cId="960462109" sldId="2147483677"/>
              <pc:sldLayoutMk cId="1677583683" sldId="2147483689"/>
              <ac:spMk id="12" creationId="{1F21E272-E772-5CC5-E2EE-E6FA67AB225E}"/>
            </ac:spMkLst>
          </pc:spChg>
          <pc:spChg chg="add mod">
            <ac:chgData name="Annika Kiefer" userId="c292bd1e-1f25-4e89-adaa-eec436161fa0" providerId="ADAL" clId="{0B5441B2-F1A8-5CC7-81B5-EDE25064ADC8}" dt="2026-09-02T09:29:50.530" v="3623" actId="14100"/>
            <ac:spMkLst>
              <pc:docMk/>
              <pc:sldMasterMk cId="960462109" sldId="2147483677"/>
              <pc:sldLayoutMk cId="1677583683" sldId="2147483689"/>
              <ac:spMk id="13" creationId="{F022EE0A-1B47-20EA-A0C6-C1ECF277B104}"/>
            </ac:spMkLst>
          </pc:spChg>
          <pc:spChg chg="add del">
            <ac:chgData name="Annika Kiefer" userId="c292bd1e-1f25-4e89-adaa-eec436161fa0" providerId="ADAL" clId="{0B5441B2-F1A8-5CC7-81B5-EDE25064ADC8}" dt="2026-09-02T09:30:25.623" v="3624" actId="11529"/>
            <ac:spMkLst>
              <pc:docMk/>
              <pc:sldMasterMk cId="960462109" sldId="2147483677"/>
              <pc:sldLayoutMk cId="1677583683" sldId="2147483689"/>
              <ac:spMk id="14" creationId="{DFFFDB84-9CC4-BE07-B034-A10257C70A6A}"/>
            </ac:spMkLst>
          </pc:spChg>
          <pc:spChg chg="add mod">
            <ac:chgData name="Annika Kiefer" userId="c292bd1e-1f25-4e89-adaa-eec436161fa0" providerId="ADAL" clId="{0B5441B2-F1A8-5CC7-81B5-EDE25064ADC8}" dt="2026-09-02T12:39:35.790" v="4162"/>
            <ac:spMkLst>
              <pc:docMk/>
              <pc:sldMasterMk cId="960462109" sldId="2147483677"/>
              <pc:sldLayoutMk cId="1677583683" sldId="2147483689"/>
              <ac:spMk id="15" creationId="{6774A103-A7C6-2EC6-01DA-FD622A23305C}"/>
            </ac:spMkLst>
          </pc:spChg>
        </pc:sldLayoutChg>
        <pc:sldLayoutChg chg="modSp add mod ord modTransition">
          <pc:chgData name="Annika Kiefer" userId="c292bd1e-1f25-4e89-adaa-eec436161fa0" providerId="ADAL" clId="{0B5441B2-F1A8-5CC7-81B5-EDE25064ADC8}" dt="2026-09-01T15:21:44.251" v="2764" actId="207"/>
          <pc:sldLayoutMkLst>
            <pc:docMk/>
            <pc:sldMasterMk cId="960462109" sldId="2147483677"/>
            <pc:sldLayoutMk cId="3263873570" sldId="2147483690"/>
          </pc:sldLayoutMkLst>
          <pc:spChg chg="mod">
            <ac:chgData name="Annika Kiefer" userId="c292bd1e-1f25-4e89-adaa-eec436161fa0" providerId="ADAL" clId="{0B5441B2-F1A8-5CC7-81B5-EDE25064ADC8}" dt="2026-09-01T15:21:44.251" v="2764" actId="207"/>
            <ac:spMkLst>
              <pc:docMk/>
              <pc:sldMasterMk cId="960462109" sldId="2147483677"/>
              <pc:sldLayoutMk cId="3263873570" sldId="2147483690"/>
              <ac:spMk id="4" creationId="{45A00423-8986-4890-1449-6BA9CCE9F0E9}"/>
            </ac:spMkLst>
          </pc:spChg>
        </pc:sldLayoutChg>
        <pc:sldLayoutChg chg="add mod modTransition">
          <pc:chgData name="Annika Kiefer" userId="c292bd1e-1f25-4e89-adaa-eec436161fa0" providerId="ADAL" clId="{0B5441B2-F1A8-5CC7-81B5-EDE25064ADC8}" dt="2026-09-01T15:22:18.884" v="2765" actId="2890"/>
          <pc:sldLayoutMkLst>
            <pc:docMk/>
            <pc:sldMasterMk cId="960462109" sldId="2147483677"/>
            <pc:sldLayoutMk cId="2782597512" sldId="214748369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2-1041-B66C-740EA4946A8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2-1041-B66C-740EA4946A8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32-1041-B66C-740EA4946A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9426672"/>
        <c:axId val="624661664"/>
      </c:barChart>
      <c:catAx>
        <c:axId val="58942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24661664"/>
        <c:crosses val="autoZero"/>
        <c:auto val="1"/>
        <c:lblAlgn val="ctr"/>
        <c:lblOffset val="100"/>
        <c:noMultiLvlLbl val="0"/>
      </c:catAx>
      <c:valAx>
        <c:axId val="624661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8942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609321516615902"/>
          <c:y val="0.95033805783607661"/>
          <c:w val="0.34781350687648388"/>
          <c:h val="4.96619421639233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BF024-7F1F-4946-8D98-931CE28D7A26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156C6-351A-7743-907F-CE18B4E41C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46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06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24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13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147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64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821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107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838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erase</a:t>
            </a:r>
            <a:r>
              <a:rPr lang="de-DE" dirty="0"/>
              <a:t> the redundant </a:t>
            </a:r>
            <a:r>
              <a:rPr lang="de-DE" dirty="0" err="1"/>
              <a:t>placeholders</a:t>
            </a:r>
            <a:r>
              <a:rPr lang="de-DE" dirty="0"/>
              <a:t> for Name, Last Name, Title, Organisation and the </a:t>
            </a:r>
            <a:r>
              <a:rPr lang="de-DE" dirty="0" err="1"/>
              <a:t>yellow</a:t>
            </a:r>
            <a:r>
              <a:rPr lang="de-DE" dirty="0"/>
              <a:t> </a:t>
            </a:r>
            <a:r>
              <a:rPr lang="de-DE" dirty="0" err="1"/>
              <a:t>boxes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5 </a:t>
            </a:r>
            <a:r>
              <a:rPr lang="de-DE" dirty="0" err="1"/>
              <a:t>speakers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5509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4915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069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5">
            <a:extLst>
              <a:ext uri="{FF2B5EF4-FFF2-40B4-BE49-F238E27FC236}">
                <a16:creationId xmlns:a16="http://schemas.microsoft.com/office/drawing/2014/main" id="{228A04D3-CE48-654C-4B0F-6C23A0CD0D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698" y="4206875"/>
            <a:ext cx="19265900" cy="3194898"/>
          </a:xfrm>
          <a:prstGeom prst="rect">
            <a:avLst/>
          </a:prstGeom>
        </p:spPr>
        <p:txBody>
          <a:bodyPr lIns="0" tIns="14400" rIns="0" bIns="0">
            <a:spAutoFit/>
          </a:bodyPr>
          <a:lstStyle>
            <a:lvl1pPr>
              <a:lnSpc>
                <a:spcPts val="12350"/>
              </a:lnSpc>
              <a:spcBef>
                <a:spcPts val="0"/>
              </a:spcBef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de-DE" dirty="0"/>
              <a:t>HERE YOU CAN PUT THE TITLE OF YOUR TALK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EEE0CD-8BD1-477B-2F1B-07207FCE1B7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2162" y="7355024"/>
            <a:ext cx="19265900" cy="253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6600"/>
              </a:lnSpc>
              <a:spcBef>
                <a:spcPts val="0"/>
              </a:spcBef>
              <a:defRPr sz="5400" b="0">
                <a:latin typeface="+mn-lt"/>
              </a:defRPr>
            </a:lvl1pPr>
          </a:lstStyle>
          <a:p>
            <a:pPr lvl="0"/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of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297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5A00423-8986-4890-1449-6BA9CCE9F0E9}"/>
              </a:ext>
            </a:extLst>
          </p:cNvPr>
          <p:cNvSpPr txBox="1"/>
          <p:nvPr userDrawn="1"/>
        </p:nvSpPr>
        <p:spPr>
          <a:xfrm>
            <a:off x="419100" y="1235075"/>
            <a:ext cx="19265900" cy="1591960"/>
          </a:xfrm>
          <a:prstGeom prst="rect">
            <a:avLst/>
          </a:prstGeom>
          <a:noFill/>
        </p:spPr>
        <p:txBody>
          <a:bodyPr wrap="square" lIns="0" tIns="14400" rIns="0" bIns="0">
            <a:spAutoFit/>
          </a:bodyPr>
          <a:lstStyle/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accent1"/>
                </a:solidFill>
                <a:latin typeface="+mj-lt"/>
                <a:cs typeface="Arial"/>
              </a:rPr>
              <a:t>AGENDA</a:t>
            </a:r>
            <a:endParaRPr lang="de-DE" sz="12350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991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B682B8F-1B8A-C36A-5A5D-23F98C1019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1250315"/>
            <a:ext cx="19265900" cy="159017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12350"/>
              </a:lnSpc>
              <a:defRPr sz="1235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12350"/>
              </a:lnSpc>
              <a:defRPr sz="12350">
                <a:latin typeface="+mj-lt"/>
              </a:defRPr>
            </a:lvl2pPr>
            <a:lvl3pPr>
              <a:lnSpc>
                <a:spcPts val="12350"/>
              </a:lnSpc>
              <a:defRPr sz="12350">
                <a:latin typeface="+mj-lt"/>
              </a:defRPr>
            </a:lvl3pPr>
            <a:lvl4pPr>
              <a:lnSpc>
                <a:spcPts val="12350"/>
              </a:lnSpc>
              <a:defRPr sz="12350">
                <a:latin typeface="+mj-lt"/>
              </a:defRPr>
            </a:lvl4pPr>
            <a:lvl5pPr>
              <a:lnSpc>
                <a:spcPts val="12350"/>
              </a:lnSpc>
              <a:defRPr sz="12350">
                <a:latin typeface="+mj-lt"/>
              </a:defRPr>
            </a:lvl5pPr>
          </a:lstStyle>
          <a:p>
            <a:pPr lvl="0"/>
            <a:r>
              <a:rPr lang="de-DE" dirty="0"/>
              <a:t>1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3400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3C55815-19AD-8722-F4C9-C81C64A5D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2B8AD0F-70F1-4438-63E3-ED79055AE9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8089" y="15925893"/>
            <a:ext cx="12741275" cy="4001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4pPr marL="0">
              <a:lnSpc>
                <a:spcPts val="3850"/>
              </a:lnSpc>
              <a:spcBef>
                <a:spcPts val="0"/>
              </a:spcBef>
              <a:defRPr/>
            </a:lvl4pPr>
          </a:lstStyle>
          <a:p>
            <a:pPr lvl="3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</a:p>
          <a:p>
            <a:pPr lvl="3"/>
            <a:r>
              <a:rPr lang="de-DE" dirty="0" err="1"/>
              <a:t>con-sequatem</a:t>
            </a:r>
            <a:r>
              <a:rPr lang="de-DE" dirty="0"/>
              <a:t> </a:t>
            </a:r>
            <a:r>
              <a:rPr lang="de-DE" dirty="0" err="1"/>
              <a:t>haruptiis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r>
              <a:rPr lang="de-DE" dirty="0"/>
              <a:t> </a:t>
            </a:r>
            <a:r>
              <a:rPr lang="de-DE" dirty="0" err="1"/>
              <a:t>modicie</a:t>
            </a:r>
            <a:r>
              <a:rPr lang="de-DE" dirty="0"/>
              <a:t> </a:t>
            </a:r>
            <a:r>
              <a:rPr lang="de-DE" dirty="0" err="1"/>
              <a:t>ndendandis</a:t>
            </a:r>
            <a:r>
              <a:rPr lang="de-DE" dirty="0"/>
              <a:t>.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186F399-5FE0-A2CB-492C-9511CD1A55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8488" y="5002213"/>
            <a:ext cx="12734852" cy="5835650"/>
          </a:xfrm>
          <a:prstGeom prst="rect">
            <a:avLst/>
          </a:prstGeom>
        </p:spPr>
        <p:txBody>
          <a:bodyPr lIns="90000" tIns="0" rIns="0" bIns="0"/>
          <a:lstStyle>
            <a:lvl1pPr>
              <a:lnSpc>
                <a:spcPts val="3850"/>
              </a:lnSpc>
              <a:defRPr sz="3450" b="0"/>
            </a:lvl1pPr>
            <a:lvl2pPr>
              <a:lnSpc>
                <a:spcPts val="3850"/>
              </a:lnSpc>
              <a:defRPr sz="3450"/>
            </a:lvl2pPr>
            <a:lvl3pPr>
              <a:lnSpc>
                <a:spcPts val="3850"/>
              </a:lnSpc>
              <a:defRPr sz="3450"/>
            </a:lvl3pPr>
            <a:lvl4pPr>
              <a:lnSpc>
                <a:spcPts val="3850"/>
              </a:lnSpc>
              <a:defRPr sz="3450"/>
            </a:lvl4pPr>
            <a:lvl5pPr>
              <a:lnSpc>
                <a:spcPts val="3850"/>
              </a:lnSpc>
              <a:defRPr sz="345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123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7">
            <a:extLst>
              <a:ext uri="{FF2B5EF4-FFF2-40B4-BE49-F238E27FC236}">
                <a16:creationId xmlns:a16="http://schemas.microsoft.com/office/drawing/2014/main" id="{2B8C3577-A47B-2220-6B3D-0235BA859C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With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9C0E296-8F1D-D4FC-2ACA-4B202E7F39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15562" y="4987925"/>
            <a:ext cx="9469438" cy="58499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950"/>
              </a:lnSpc>
              <a:defRPr sz="3450" b="0"/>
            </a:lvl1pPr>
            <a:lvl2pPr>
              <a:lnSpc>
                <a:spcPts val="3950"/>
              </a:lnSpc>
              <a:defRPr sz="3450" b="0"/>
            </a:lvl2pPr>
            <a:lvl3pPr>
              <a:lnSpc>
                <a:spcPts val="3950"/>
              </a:lnSpc>
              <a:defRPr sz="3450" b="0"/>
            </a:lvl3pPr>
            <a:lvl4pPr>
              <a:lnSpc>
                <a:spcPts val="3950"/>
              </a:lnSpc>
              <a:defRPr sz="3450" b="0"/>
            </a:lvl4pPr>
            <a:lvl5pPr>
              <a:lnSpc>
                <a:spcPts val="3950"/>
              </a:lnSpc>
              <a:defRPr sz="3450" b="0"/>
            </a:lvl5pPr>
          </a:lstStyle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con-sequatem</a:t>
            </a:r>
            <a:r>
              <a:rPr lang="de-DE" dirty="0"/>
              <a:t> </a:t>
            </a:r>
            <a:r>
              <a:rPr lang="de-DE" dirty="0" err="1"/>
              <a:t>haruptiis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r>
              <a:rPr lang="de-DE" dirty="0"/>
              <a:t> </a:t>
            </a:r>
            <a:r>
              <a:rPr lang="de-DE" dirty="0" err="1"/>
              <a:t>modicie</a:t>
            </a:r>
            <a:r>
              <a:rPr lang="de-DE" dirty="0"/>
              <a:t> </a:t>
            </a:r>
            <a:r>
              <a:rPr lang="de-DE" dirty="0" err="1"/>
              <a:t>ndendandis</a:t>
            </a:r>
            <a:endParaRPr lang="de-DE" dirty="0"/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6319C22F-B8C4-0533-266C-F61B9BA7DC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5078413"/>
            <a:ext cx="9462052" cy="575944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260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E5319919-A11E-BE95-BD4F-CBDCA82154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4436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28E0F58E-9BE7-B9B9-80C7-FAACD4C77E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85086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B8AAB341-1C35-898A-C84E-D13BEDB5E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With Image. </a:t>
            </a:r>
          </a:p>
          <a:p>
            <a:pPr lvl="0"/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73758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D904B892-2F4B-06A3-2658-A7675A63BC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12892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9CFE4667-BB1B-9A29-E07E-CE6F1C4617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216666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FC71FBDB-4F44-0B64-8238-B44FBE1E059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120439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D575B6B1-3651-8014-C554-23788620C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With Image. </a:t>
            </a:r>
          </a:p>
          <a:p>
            <a:pPr lvl="0"/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65967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17A93F-64EB-0859-F4CF-86039188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90250" y="973137"/>
            <a:ext cx="8185150" cy="986472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ts val="5350"/>
              </a:lnSpc>
              <a:spcBef>
                <a:spcPts val="0"/>
              </a:spcBef>
              <a:defRPr sz="495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2pPr>
            <a:lvl3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3pPr>
            <a:lvl4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4pPr>
            <a:lvl5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catchy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It </a:t>
            </a:r>
            <a:r>
              <a:rPr lang="de-DE" dirty="0" err="1"/>
              <a:t>might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 Maybe </a:t>
            </a:r>
          </a:p>
          <a:p>
            <a:pPr lvl="0"/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.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job</a:t>
            </a:r>
            <a:r>
              <a:rPr lang="de-DE" dirty="0"/>
              <a:t>.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82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19259698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112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7BC66EE3-F587-F58D-162D-BC3E20352F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18589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03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7B851259-1AA1-5E6F-F9EB-671D73FF09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1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79E2F26A-EE2F-58C5-CDDE-A603794E15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809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0055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3C55815-19AD-8722-F4C9-C81C64A5D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440" y="1488842"/>
            <a:ext cx="19265900" cy="126957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 err="1"/>
              <a:t>Comparison</a:t>
            </a:r>
            <a:r>
              <a:rPr lang="de-DE" dirty="0"/>
              <a:t> Slide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070E7F-D779-8F7D-DADD-E72484F3106D}"/>
              </a:ext>
            </a:extLst>
          </p:cNvPr>
          <p:cNvSpPr/>
          <p:nvPr userDrawn="1"/>
        </p:nvSpPr>
        <p:spPr>
          <a:xfrm>
            <a:off x="423697" y="5835333"/>
            <a:ext cx="9476740" cy="5005705"/>
          </a:xfrm>
          <a:custGeom>
            <a:avLst/>
            <a:gdLst/>
            <a:ahLst/>
            <a:cxnLst/>
            <a:rect l="l" t="t" r="r" b="b"/>
            <a:pathLst>
              <a:path w="9476740" h="5005705">
                <a:moveTo>
                  <a:pt x="9261445" y="0"/>
                </a:moveTo>
                <a:lnTo>
                  <a:pt x="214715" y="0"/>
                </a:lnTo>
                <a:lnTo>
                  <a:pt x="165484" y="5670"/>
                </a:lnTo>
                <a:lnTo>
                  <a:pt x="120290" y="21824"/>
                </a:lnTo>
                <a:lnTo>
                  <a:pt x="80422" y="47170"/>
                </a:lnTo>
                <a:lnTo>
                  <a:pt x="47171" y="80420"/>
                </a:lnTo>
                <a:lnTo>
                  <a:pt x="21824" y="120286"/>
                </a:lnTo>
                <a:lnTo>
                  <a:pt x="5670" y="165477"/>
                </a:lnTo>
                <a:lnTo>
                  <a:pt x="0" y="214705"/>
                </a:lnTo>
                <a:lnTo>
                  <a:pt x="0" y="4790471"/>
                </a:lnTo>
                <a:lnTo>
                  <a:pt x="5670" y="4839699"/>
                </a:lnTo>
                <a:lnTo>
                  <a:pt x="21824" y="4884891"/>
                </a:lnTo>
                <a:lnTo>
                  <a:pt x="47171" y="4924756"/>
                </a:lnTo>
                <a:lnTo>
                  <a:pt x="80422" y="4958007"/>
                </a:lnTo>
                <a:lnTo>
                  <a:pt x="120290" y="4983353"/>
                </a:lnTo>
                <a:lnTo>
                  <a:pt x="165484" y="4999506"/>
                </a:lnTo>
                <a:lnTo>
                  <a:pt x="214715" y="5005177"/>
                </a:lnTo>
                <a:lnTo>
                  <a:pt x="9261445" y="5005177"/>
                </a:lnTo>
                <a:lnTo>
                  <a:pt x="9310677" y="4999506"/>
                </a:lnTo>
                <a:lnTo>
                  <a:pt x="9355869" y="4983353"/>
                </a:lnTo>
                <a:lnTo>
                  <a:pt x="9395734" y="4958007"/>
                </a:lnTo>
                <a:lnTo>
                  <a:pt x="9428984" y="4924756"/>
                </a:lnTo>
                <a:lnTo>
                  <a:pt x="9454329" y="4884891"/>
                </a:lnTo>
                <a:lnTo>
                  <a:pt x="9470480" y="4839699"/>
                </a:lnTo>
                <a:lnTo>
                  <a:pt x="9476151" y="4790471"/>
                </a:lnTo>
                <a:lnTo>
                  <a:pt x="9476151" y="214705"/>
                </a:lnTo>
                <a:lnTo>
                  <a:pt x="9470480" y="165477"/>
                </a:lnTo>
                <a:lnTo>
                  <a:pt x="9454329" y="120286"/>
                </a:lnTo>
                <a:lnTo>
                  <a:pt x="9428984" y="80420"/>
                </a:lnTo>
                <a:lnTo>
                  <a:pt x="9395734" y="47170"/>
                </a:lnTo>
                <a:lnTo>
                  <a:pt x="9355869" y="21824"/>
                </a:lnTo>
                <a:lnTo>
                  <a:pt x="9310677" y="5670"/>
                </a:lnTo>
                <a:lnTo>
                  <a:pt x="9261445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942CC9F-E6AA-2A87-5D62-47B667489DD6}"/>
              </a:ext>
            </a:extLst>
          </p:cNvPr>
          <p:cNvSpPr/>
          <p:nvPr userDrawn="1"/>
        </p:nvSpPr>
        <p:spPr>
          <a:xfrm>
            <a:off x="10213975" y="5835333"/>
            <a:ext cx="9476740" cy="5005705"/>
          </a:xfrm>
          <a:custGeom>
            <a:avLst/>
            <a:gdLst/>
            <a:ahLst/>
            <a:cxnLst/>
            <a:rect l="l" t="t" r="r" b="b"/>
            <a:pathLst>
              <a:path w="9476740" h="5005705">
                <a:moveTo>
                  <a:pt x="9261445" y="0"/>
                </a:moveTo>
                <a:lnTo>
                  <a:pt x="214715" y="0"/>
                </a:lnTo>
                <a:lnTo>
                  <a:pt x="165484" y="5670"/>
                </a:lnTo>
                <a:lnTo>
                  <a:pt x="120290" y="21824"/>
                </a:lnTo>
                <a:lnTo>
                  <a:pt x="80422" y="47170"/>
                </a:lnTo>
                <a:lnTo>
                  <a:pt x="47171" y="80420"/>
                </a:lnTo>
                <a:lnTo>
                  <a:pt x="21824" y="120286"/>
                </a:lnTo>
                <a:lnTo>
                  <a:pt x="5670" y="165477"/>
                </a:lnTo>
                <a:lnTo>
                  <a:pt x="0" y="214705"/>
                </a:lnTo>
                <a:lnTo>
                  <a:pt x="0" y="4790471"/>
                </a:lnTo>
                <a:lnTo>
                  <a:pt x="5670" y="4839699"/>
                </a:lnTo>
                <a:lnTo>
                  <a:pt x="21824" y="4884891"/>
                </a:lnTo>
                <a:lnTo>
                  <a:pt x="47171" y="4924756"/>
                </a:lnTo>
                <a:lnTo>
                  <a:pt x="80422" y="4958007"/>
                </a:lnTo>
                <a:lnTo>
                  <a:pt x="120290" y="4983353"/>
                </a:lnTo>
                <a:lnTo>
                  <a:pt x="165484" y="4999506"/>
                </a:lnTo>
                <a:lnTo>
                  <a:pt x="214715" y="5005177"/>
                </a:lnTo>
                <a:lnTo>
                  <a:pt x="9261445" y="5005177"/>
                </a:lnTo>
                <a:lnTo>
                  <a:pt x="9310677" y="4999506"/>
                </a:lnTo>
                <a:lnTo>
                  <a:pt x="9355869" y="4983353"/>
                </a:lnTo>
                <a:lnTo>
                  <a:pt x="9395734" y="4958007"/>
                </a:lnTo>
                <a:lnTo>
                  <a:pt x="9428984" y="4924756"/>
                </a:lnTo>
                <a:lnTo>
                  <a:pt x="9454329" y="4884891"/>
                </a:lnTo>
                <a:lnTo>
                  <a:pt x="9470480" y="4839699"/>
                </a:lnTo>
                <a:lnTo>
                  <a:pt x="9476151" y="4790471"/>
                </a:lnTo>
                <a:lnTo>
                  <a:pt x="9476151" y="214705"/>
                </a:lnTo>
                <a:lnTo>
                  <a:pt x="9470480" y="165477"/>
                </a:lnTo>
                <a:lnTo>
                  <a:pt x="9454329" y="120286"/>
                </a:lnTo>
                <a:lnTo>
                  <a:pt x="9428984" y="80420"/>
                </a:lnTo>
                <a:lnTo>
                  <a:pt x="9395734" y="47170"/>
                </a:lnTo>
                <a:lnTo>
                  <a:pt x="9355869" y="21824"/>
                </a:lnTo>
                <a:lnTo>
                  <a:pt x="9310677" y="5670"/>
                </a:lnTo>
                <a:lnTo>
                  <a:pt x="9261445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68CC07-9D15-7D8B-2F3A-4DEDB933EB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450" y="6035675"/>
            <a:ext cx="8915400" cy="4495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850"/>
              </a:lnSpc>
              <a:defRPr sz="3450">
                <a:solidFill>
                  <a:schemeClr val="bg2"/>
                </a:solidFill>
              </a:defRPr>
            </a:lvl1pPr>
            <a:lvl2pPr>
              <a:lnSpc>
                <a:spcPts val="3850"/>
              </a:lnSpc>
              <a:defRPr sz="3450">
                <a:solidFill>
                  <a:schemeClr val="bg2"/>
                </a:solidFill>
              </a:defRPr>
            </a:lvl2pPr>
            <a:lvl3pPr>
              <a:lnSpc>
                <a:spcPts val="3850"/>
              </a:lnSpc>
              <a:defRPr sz="3450">
                <a:solidFill>
                  <a:schemeClr val="bg2"/>
                </a:solidFill>
              </a:defRPr>
            </a:lvl3pPr>
            <a:lvl4pPr>
              <a:lnSpc>
                <a:spcPts val="3850"/>
              </a:lnSpc>
              <a:defRPr sz="3450">
                <a:solidFill>
                  <a:schemeClr val="bg2"/>
                </a:solidFill>
              </a:defRPr>
            </a:lvl4pPr>
            <a:lvl5pPr>
              <a:lnSpc>
                <a:spcPts val="3850"/>
              </a:lnSpc>
              <a:defRPr sz="34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POINT A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0075658C-C007-F7B1-0B77-0B604A7CD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74379" y="6035675"/>
            <a:ext cx="8915400" cy="4495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850"/>
              </a:lnSpc>
              <a:defRPr sz="3450">
                <a:solidFill>
                  <a:schemeClr val="bg2"/>
                </a:solidFill>
              </a:defRPr>
            </a:lvl1pPr>
            <a:lvl2pPr>
              <a:lnSpc>
                <a:spcPts val="3850"/>
              </a:lnSpc>
              <a:defRPr sz="3450">
                <a:solidFill>
                  <a:schemeClr val="bg2"/>
                </a:solidFill>
              </a:defRPr>
            </a:lvl2pPr>
            <a:lvl3pPr>
              <a:lnSpc>
                <a:spcPts val="3850"/>
              </a:lnSpc>
              <a:defRPr sz="3450">
                <a:solidFill>
                  <a:schemeClr val="bg2"/>
                </a:solidFill>
              </a:defRPr>
            </a:lvl3pPr>
            <a:lvl4pPr>
              <a:lnSpc>
                <a:spcPts val="3850"/>
              </a:lnSpc>
              <a:defRPr sz="3450">
                <a:solidFill>
                  <a:schemeClr val="bg2"/>
                </a:solidFill>
              </a:defRPr>
            </a:lvl4pPr>
            <a:lvl5pPr>
              <a:lnSpc>
                <a:spcPts val="3850"/>
              </a:lnSpc>
              <a:defRPr sz="34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POINT B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7805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E65906B-E2B2-E9C3-A31E-A3ABD1BF0272}"/>
              </a:ext>
            </a:extLst>
          </p:cNvPr>
          <p:cNvSpPr/>
          <p:nvPr userDrawn="1"/>
        </p:nvSpPr>
        <p:spPr>
          <a:xfrm>
            <a:off x="6181524" y="2606675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703227" y="0"/>
                </a:moveTo>
                <a:lnTo>
                  <a:pt x="654772" y="21959"/>
                </a:lnTo>
                <a:lnTo>
                  <a:pt x="607030" y="44995"/>
                </a:lnTo>
                <a:lnTo>
                  <a:pt x="559960" y="69115"/>
                </a:lnTo>
                <a:lnTo>
                  <a:pt x="513519" y="94326"/>
                </a:lnTo>
                <a:lnTo>
                  <a:pt x="467665" y="120634"/>
                </a:lnTo>
                <a:lnTo>
                  <a:pt x="422356" y="148047"/>
                </a:lnTo>
                <a:lnTo>
                  <a:pt x="383041" y="173324"/>
                </a:lnTo>
                <a:lnTo>
                  <a:pt x="342984" y="200578"/>
                </a:lnTo>
                <a:lnTo>
                  <a:pt x="302776" y="229713"/>
                </a:lnTo>
                <a:lnTo>
                  <a:pt x="263008" y="260636"/>
                </a:lnTo>
                <a:lnTo>
                  <a:pt x="224272" y="293251"/>
                </a:lnTo>
                <a:lnTo>
                  <a:pt x="187157" y="327464"/>
                </a:lnTo>
                <a:lnTo>
                  <a:pt x="152255" y="363181"/>
                </a:lnTo>
                <a:lnTo>
                  <a:pt x="120156" y="400306"/>
                </a:lnTo>
                <a:lnTo>
                  <a:pt x="91452" y="438745"/>
                </a:lnTo>
                <a:lnTo>
                  <a:pt x="66733" y="478404"/>
                </a:lnTo>
                <a:lnTo>
                  <a:pt x="47094" y="517421"/>
                </a:lnTo>
                <a:lnTo>
                  <a:pt x="31938" y="558401"/>
                </a:lnTo>
                <a:lnTo>
                  <a:pt x="16515" y="619271"/>
                </a:lnTo>
                <a:lnTo>
                  <a:pt x="5866" y="681225"/>
                </a:lnTo>
                <a:lnTo>
                  <a:pt x="1080" y="729872"/>
                </a:lnTo>
                <a:lnTo>
                  <a:pt x="0" y="778775"/>
                </a:lnTo>
                <a:lnTo>
                  <a:pt x="3077" y="827474"/>
                </a:lnTo>
                <a:lnTo>
                  <a:pt x="10766" y="875509"/>
                </a:lnTo>
                <a:lnTo>
                  <a:pt x="23519" y="922417"/>
                </a:lnTo>
                <a:lnTo>
                  <a:pt x="41792" y="967740"/>
                </a:lnTo>
                <a:lnTo>
                  <a:pt x="66920" y="1012008"/>
                </a:lnTo>
                <a:lnTo>
                  <a:pt x="97409" y="1051292"/>
                </a:lnTo>
                <a:lnTo>
                  <a:pt x="132819" y="1085459"/>
                </a:lnTo>
                <a:lnTo>
                  <a:pt x="172713" y="1114376"/>
                </a:lnTo>
                <a:lnTo>
                  <a:pt x="216654" y="1137912"/>
                </a:lnTo>
                <a:lnTo>
                  <a:pt x="264204" y="1155933"/>
                </a:lnTo>
                <a:lnTo>
                  <a:pt x="310553" y="1167905"/>
                </a:lnTo>
                <a:lnTo>
                  <a:pt x="357908" y="1174309"/>
                </a:lnTo>
                <a:lnTo>
                  <a:pt x="380179" y="1175650"/>
                </a:lnTo>
                <a:lnTo>
                  <a:pt x="406430" y="1175576"/>
                </a:lnTo>
                <a:lnTo>
                  <a:pt x="458525" y="1170387"/>
                </a:lnTo>
                <a:lnTo>
                  <a:pt x="508531" y="1158142"/>
                </a:lnTo>
                <a:lnTo>
                  <a:pt x="555551" y="1138937"/>
                </a:lnTo>
                <a:lnTo>
                  <a:pt x="598689" y="1112868"/>
                </a:lnTo>
                <a:lnTo>
                  <a:pt x="637049" y="1080029"/>
                </a:lnTo>
                <a:lnTo>
                  <a:pt x="669733" y="1040518"/>
                </a:lnTo>
                <a:lnTo>
                  <a:pt x="695845" y="994430"/>
                </a:lnTo>
                <a:lnTo>
                  <a:pt x="710772" y="955442"/>
                </a:lnTo>
                <a:lnTo>
                  <a:pt x="720933" y="914820"/>
                </a:lnTo>
                <a:lnTo>
                  <a:pt x="725844" y="867678"/>
                </a:lnTo>
                <a:lnTo>
                  <a:pt x="722773" y="821767"/>
                </a:lnTo>
                <a:lnTo>
                  <a:pt x="712312" y="777711"/>
                </a:lnTo>
                <a:lnTo>
                  <a:pt x="695054" y="736137"/>
                </a:lnTo>
                <a:lnTo>
                  <a:pt x="671592" y="697668"/>
                </a:lnTo>
                <a:lnTo>
                  <a:pt x="642517" y="662931"/>
                </a:lnTo>
                <a:lnTo>
                  <a:pt x="608423" y="632552"/>
                </a:lnTo>
                <a:lnTo>
                  <a:pt x="569902" y="607154"/>
                </a:lnTo>
                <a:lnTo>
                  <a:pt x="527546" y="587364"/>
                </a:lnTo>
                <a:lnTo>
                  <a:pt x="485390" y="574607"/>
                </a:lnTo>
                <a:lnTo>
                  <a:pt x="442142" y="567972"/>
                </a:lnTo>
                <a:lnTo>
                  <a:pt x="398259" y="567556"/>
                </a:lnTo>
                <a:lnTo>
                  <a:pt x="354201" y="573458"/>
                </a:lnTo>
                <a:lnTo>
                  <a:pt x="353904" y="541448"/>
                </a:lnTo>
                <a:lnTo>
                  <a:pt x="368765" y="479740"/>
                </a:lnTo>
                <a:lnTo>
                  <a:pt x="405738" y="411739"/>
                </a:lnTo>
                <a:lnTo>
                  <a:pt x="434112" y="374567"/>
                </a:lnTo>
                <a:lnTo>
                  <a:pt x="466118" y="339195"/>
                </a:lnTo>
                <a:lnTo>
                  <a:pt x="500531" y="305876"/>
                </a:lnTo>
                <a:lnTo>
                  <a:pt x="536127" y="274863"/>
                </a:lnTo>
                <a:lnTo>
                  <a:pt x="571681" y="246411"/>
                </a:lnTo>
                <a:lnTo>
                  <a:pt x="608728" y="219099"/>
                </a:lnTo>
                <a:lnTo>
                  <a:pt x="646546" y="192991"/>
                </a:lnTo>
                <a:lnTo>
                  <a:pt x="685089" y="168086"/>
                </a:lnTo>
                <a:lnTo>
                  <a:pt x="724311" y="144382"/>
                </a:lnTo>
                <a:lnTo>
                  <a:pt x="764167" y="121881"/>
                </a:lnTo>
                <a:lnTo>
                  <a:pt x="7032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4121087-27A7-5397-89B3-8BD2A04206C9}"/>
              </a:ext>
            </a:extLst>
          </p:cNvPr>
          <p:cNvSpPr/>
          <p:nvPr userDrawn="1"/>
        </p:nvSpPr>
        <p:spPr>
          <a:xfrm>
            <a:off x="5313979" y="2606675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39" h="1176020">
                <a:moveTo>
                  <a:pt x="703308" y="0"/>
                </a:moveTo>
                <a:lnTo>
                  <a:pt x="659629" y="19756"/>
                </a:lnTo>
                <a:lnTo>
                  <a:pt x="616562" y="40351"/>
                </a:lnTo>
                <a:lnTo>
                  <a:pt x="574072" y="61799"/>
                </a:lnTo>
                <a:lnTo>
                  <a:pt x="532127" y="84113"/>
                </a:lnTo>
                <a:lnTo>
                  <a:pt x="490693" y="107305"/>
                </a:lnTo>
                <a:lnTo>
                  <a:pt x="449736" y="131391"/>
                </a:lnTo>
                <a:lnTo>
                  <a:pt x="409223" y="156382"/>
                </a:lnTo>
                <a:lnTo>
                  <a:pt x="370217" y="181980"/>
                </a:lnTo>
                <a:lnTo>
                  <a:pt x="331280" y="208966"/>
                </a:lnTo>
                <a:lnTo>
                  <a:pt x="292797" y="237340"/>
                </a:lnTo>
                <a:lnTo>
                  <a:pt x="255153" y="267099"/>
                </a:lnTo>
                <a:lnTo>
                  <a:pt x="218731" y="298241"/>
                </a:lnTo>
                <a:lnTo>
                  <a:pt x="183916" y="330764"/>
                </a:lnTo>
                <a:lnTo>
                  <a:pt x="151092" y="364666"/>
                </a:lnTo>
                <a:lnTo>
                  <a:pt x="120645" y="399945"/>
                </a:lnTo>
                <a:lnTo>
                  <a:pt x="90269" y="440740"/>
                </a:lnTo>
                <a:lnTo>
                  <a:pt x="63662" y="484048"/>
                </a:lnTo>
                <a:lnTo>
                  <a:pt x="40718" y="533393"/>
                </a:lnTo>
                <a:lnTo>
                  <a:pt x="24512" y="585385"/>
                </a:lnTo>
                <a:lnTo>
                  <a:pt x="9978" y="654463"/>
                </a:lnTo>
                <a:lnTo>
                  <a:pt x="1727" y="724491"/>
                </a:lnTo>
                <a:lnTo>
                  <a:pt x="0" y="782447"/>
                </a:lnTo>
                <a:lnTo>
                  <a:pt x="753" y="783305"/>
                </a:lnTo>
                <a:lnTo>
                  <a:pt x="1507" y="807179"/>
                </a:lnTo>
                <a:lnTo>
                  <a:pt x="7434" y="857857"/>
                </a:lnTo>
                <a:lnTo>
                  <a:pt x="18696" y="906795"/>
                </a:lnTo>
                <a:lnTo>
                  <a:pt x="35435" y="953439"/>
                </a:lnTo>
                <a:lnTo>
                  <a:pt x="57796" y="997235"/>
                </a:lnTo>
                <a:lnTo>
                  <a:pt x="85921" y="1037631"/>
                </a:lnTo>
                <a:lnTo>
                  <a:pt x="119953" y="1074073"/>
                </a:lnTo>
                <a:lnTo>
                  <a:pt x="160037" y="1106008"/>
                </a:lnTo>
                <a:lnTo>
                  <a:pt x="205300" y="1132482"/>
                </a:lnTo>
                <a:lnTo>
                  <a:pt x="253814" y="1152509"/>
                </a:lnTo>
                <a:lnTo>
                  <a:pt x="306368" y="1166817"/>
                </a:lnTo>
                <a:lnTo>
                  <a:pt x="360250" y="1174466"/>
                </a:lnTo>
                <a:lnTo>
                  <a:pt x="377423" y="1175231"/>
                </a:lnTo>
                <a:lnTo>
                  <a:pt x="379957" y="1175524"/>
                </a:lnTo>
                <a:lnTo>
                  <a:pt x="379904" y="1175953"/>
                </a:lnTo>
                <a:lnTo>
                  <a:pt x="407055" y="1175545"/>
                </a:lnTo>
                <a:lnTo>
                  <a:pt x="458789" y="1170367"/>
                </a:lnTo>
                <a:lnTo>
                  <a:pt x="508501" y="1158194"/>
                </a:lnTo>
                <a:lnTo>
                  <a:pt x="555294" y="1139122"/>
                </a:lnTo>
                <a:lnTo>
                  <a:pt x="598271" y="1113251"/>
                </a:lnTo>
                <a:lnTo>
                  <a:pt x="636534" y="1080679"/>
                </a:lnTo>
                <a:lnTo>
                  <a:pt x="669186" y="1041503"/>
                </a:lnTo>
                <a:lnTo>
                  <a:pt x="695329" y="995823"/>
                </a:lnTo>
                <a:lnTo>
                  <a:pt x="710730" y="955978"/>
                </a:lnTo>
                <a:lnTo>
                  <a:pt x="721129" y="914422"/>
                </a:lnTo>
                <a:lnTo>
                  <a:pt x="725962" y="868291"/>
                </a:lnTo>
                <a:lnTo>
                  <a:pt x="723160" y="823405"/>
                </a:lnTo>
                <a:lnTo>
                  <a:pt x="713297" y="780328"/>
                </a:lnTo>
                <a:lnTo>
                  <a:pt x="696944" y="739624"/>
                </a:lnTo>
                <a:lnTo>
                  <a:pt x="674671" y="701856"/>
                </a:lnTo>
                <a:lnTo>
                  <a:pt x="647052" y="667589"/>
                </a:lnTo>
                <a:lnTo>
                  <a:pt x="614656" y="637386"/>
                </a:lnTo>
                <a:lnTo>
                  <a:pt x="578056" y="611811"/>
                </a:lnTo>
                <a:lnTo>
                  <a:pt x="537823" y="591427"/>
                </a:lnTo>
                <a:lnTo>
                  <a:pt x="494529" y="576799"/>
                </a:lnTo>
                <a:lnTo>
                  <a:pt x="424777" y="567049"/>
                </a:lnTo>
                <a:lnTo>
                  <a:pt x="389524" y="568239"/>
                </a:lnTo>
                <a:lnTo>
                  <a:pt x="354271" y="573469"/>
                </a:lnTo>
                <a:lnTo>
                  <a:pt x="354135" y="540553"/>
                </a:lnTo>
                <a:lnTo>
                  <a:pt x="369694" y="477697"/>
                </a:lnTo>
                <a:lnTo>
                  <a:pt x="408627" y="407781"/>
                </a:lnTo>
                <a:lnTo>
                  <a:pt x="438731" y="369270"/>
                </a:lnTo>
                <a:lnTo>
                  <a:pt x="472679" y="332654"/>
                </a:lnTo>
                <a:lnTo>
                  <a:pt x="509131" y="298220"/>
                </a:lnTo>
                <a:lnTo>
                  <a:pt x="546748" y="266254"/>
                </a:lnTo>
                <a:lnTo>
                  <a:pt x="584191" y="237039"/>
                </a:lnTo>
                <a:lnTo>
                  <a:pt x="627643" y="205918"/>
                </a:lnTo>
                <a:lnTo>
                  <a:pt x="672073" y="176388"/>
                </a:lnTo>
                <a:lnTo>
                  <a:pt x="717579" y="148407"/>
                </a:lnTo>
                <a:lnTo>
                  <a:pt x="764259" y="121933"/>
                </a:lnTo>
                <a:lnTo>
                  <a:pt x="70330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703F3A40-58B4-E522-88B7-2811E006368A}"/>
              </a:ext>
            </a:extLst>
          </p:cNvPr>
          <p:cNvSpPr/>
          <p:nvPr userDrawn="1"/>
        </p:nvSpPr>
        <p:spPr>
          <a:xfrm>
            <a:off x="18053547" y="9661843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383988" y="0"/>
                </a:moveTo>
                <a:lnTo>
                  <a:pt x="305649" y="5262"/>
                </a:lnTo>
                <a:lnTo>
                  <a:pt x="255640" y="17507"/>
                </a:lnTo>
                <a:lnTo>
                  <a:pt x="208618" y="36712"/>
                </a:lnTo>
                <a:lnTo>
                  <a:pt x="165479" y="62781"/>
                </a:lnTo>
                <a:lnTo>
                  <a:pt x="127119" y="95620"/>
                </a:lnTo>
                <a:lnTo>
                  <a:pt x="94434" y="135131"/>
                </a:lnTo>
                <a:lnTo>
                  <a:pt x="68322" y="181219"/>
                </a:lnTo>
                <a:lnTo>
                  <a:pt x="53391" y="220207"/>
                </a:lnTo>
                <a:lnTo>
                  <a:pt x="43234" y="260829"/>
                </a:lnTo>
                <a:lnTo>
                  <a:pt x="38323" y="307971"/>
                </a:lnTo>
                <a:lnTo>
                  <a:pt x="41394" y="353882"/>
                </a:lnTo>
                <a:lnTo>
                  <a:pt x="51855" y="397938"/>
                </a:lnTo>
                <a:lnTo>
                  <a:pt x="69113" y="439512"/>
                </a:lnTo>
                <a:lnTo>
                  <a:pt x="92575" y="477981"/>
                </a:lnTo>
                <a:lnTo>
                  <a:pt x="121650" y="512718"/>
                </a:lnTo>
                <a:lnTo>
                  <a:pt x="155744" y="543098"/>
                </a:lnTo>
                <a:lnTo>
                  <a:pt x="194265" y="568495"/>
                </a:lnTo>
                <a:lnTo>
                  <a:pt x="236621" y="588285"/>
                </a:lnTo>
                <a:lnTo>
                  <a:pt x="278777" y="601037"/>
                </a:lnTo>
                <a:lnTo>
                  <a:pt x="322025" y="607672"/>
                </a:lnTo>
                <a:lnTo>
                  <a:pt x="365908" y="608087"/>
                </a:lnTo>
                <a:lnTo>
                  <a:pt x="409966" y="602180"/>
                </a:lnTo>
                <a:lnTo>
                  <a:pt x="410263" y="634196"/>
                </a:lnTo>
                <a:lnTo>
                  <a:pt x="395402" y="695909"/>
                </a:lnTo>
                <a:lnTo>
                  <a:pt x="358429" y="763910"/>
                </a:lnTo>
                <a:lnTo>
                  <a:pt x="330055" y="801082"/>
                </a:lnTo>
                <a:lnTo>
                  <a:pt x="298049" y="836454"/>
                </a:lnTo>
                <a:lnTo>
                  <a:pt x="263636" y="869773"/>
                </a:lnTo>
                <a:lnTo>
                  <a:pt x="228040" y="900786"/>
                </a:lnTo>
                <a:lnTo>
                  <a:pt x="192486" y="929238"/>
                </a:lnTo>
                <a:lnTo>
                  <a:pt x="155439" y="956550"/>
                </a:lnTo>
                <a:lnTo>
                  <a:pt x="117621" y="982658"/>
                </a:lnTo>
                <a:lnTo>
                  <a:pt x="79078" y="1007564"/>
                </a:lnTo>
                <a:lnTo>
                  <a:pt x="39856" y="1031267"/>
                </a:lnTo>
                <a:lnTo>
                  <a:pt x="0" y="1053768"/>
                </a:lnTo>
                <a:lnTo>
                  <a:pt x="60940" y="1175650"/>
                </a:lnTo>
                <a:lnTo>
                  <a:pt x="109395" y="1153690"/>
                </a:lnTo>
                <a:lnTo>
                  <a:pt x="157136" y="1130654"/>
                </a:lnTo>
                <a:lnTo>
                  <a:pt x="204207" y="1106534"/>
                </a:lnTo>
                <a:lnTo>
                  <a:pt x="250648" y="1081323"/>
                </a:lnTo>
                <a:lnTo>
                  <a:pt x="296502" y="1055015"/>
                </a:lnTo>
                <a:lnTo>
                  <a:pt x="341811" y="1027602"/>
                </a:lnTo>
                <a:lnTo>
                  <a:pt x="381126" y="1002325"/>
                </a:lnTo>
                <a:lnTo>
                  <a:pt x="421183" y="975072"/>
                </a:lnTo>
                <a:lnTo>
                  <a:pt x="461391" y="945936"/>
                </a:lnTo>
                <a:lnTo>
                  <a:pt x="501159" y="915013"/>
                </a:lnTo>
                <a:lnTo>
                  <a:pt x="539895" y="882398"/>
                </a:lnTo>
                <a:lnTo>
                  <a:pt x="577010" y="848185"/>
                </a:lnTo>
                <a:lnTo>
                  <a:pt x="611912" y="812468"/>
                </a:lnTo>
                <a:lnTo>
                  <a:pt x="644011" y="775343"/>
                </a:lnTo>
                <a:lnTo>
                  <a:pt x="672715" y="736904"/>
                </a:lnTo>
                <a:lnTo>
                  <a:pt x="697434" y="697245"/>
                </a:lnTo>
                <a:lnTo>
                  <a:pt x="717073" y="658228"/>
                </a:lnTo>
                <a:lnTo>
                  <a:pt x="732229" y="617248"/>
                </a:lnTo>
                <a:lnTo>
                  <a:pt x="747652" y="556378"/>
                </a:lnTo>
                <a:lnTo>
                  <a:pt x="758301" y="494424"/>
                </a:lnTo>
                <a:lnTo>
                  <a:pt x="763087" y="445777"/>
                </a:lnTo>
                <a:lnTo>
                  <a:pt x="764167" y="396874"/>
                </a:lnTo>
                <a:lnTo>
                  <a:pt x="761090" y="348175"/>
                </a:lnTo>
                <a:lnTo>
                  <a:pt x="753401" y="300140"/>
                </a:lnTo>
                <a:lnTo>
                  <a:pt x="740648" y="253232"/>
                </a:lnTo>
                <a:lnTo>
                  <a:pt x="722375" y="207909"/>
                </a:lnTo>
                <a:lnTo>
                  <a:pt x="697247" y="163641"/>
                </a:lnTo>
                <a:lnTo>
                  <a:pt x="666758" y="124358"/>
                </a:lnTo>
                <a:lnTo>
                  <a:pt x="631348" y="90190"/>
                </a:lnTo>
                <a:lnTo>
                  <a:pt x="591454" y="61273"/>
                </a:lnTo>
                <a:lnTo>
                  <a:pt x="547513" y="37737"/>
                </a:lnTo>
                <a:lnTo>
                  <a:pt x="499963" y="19716"/>
                </a:lnTo>
                <a:lnTo>
                  <a:pt x="453614" y="7744"/>
                </a:lnTo>
                <a:lnTo>
                  <a:pt x="406259" y="1340"/>
                </a:lnTo>
                <a:lnTo>
                  <a:pt x="38398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836EED20-37D0-EEB7-6C7C-9D71DDEE63A5}"/>
              </a:ext>
            </a:extLst>
          </p:cNvPr>
          <p:cNvSpPr/>
          <p:nvPr userDrawn="1"/>
        </p:nvSpPr>
        <p:spPr>
          <a:xfrm>
            <a:off x="18921001" y="9661540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384354" y="0"/>
                </a:moveTo>
                <a:lnTo>
                  <a:pt x="305469" y="5585"/>
                </a:lnTo>
                <a:lnTo>
                  <a:pt x="255757" y="17759"/>
                </a:lnTo>
                <a:lnTo>
                  <a:pt x="208964" y="36830"/>
                </a:lnTo>
                <a:lnTo>
                  <a:pt x="165988" y="62701"/>
                </a:lnTo>
                <a:lnTo>
                  <a:pt x="127725" y="95274"/>
                </a:lnTo>
                <a:lnTo>
                  <a:pt x="95073" y="134449"/>
                </a:lnTo>
                <a:lnTo>
                  <a:pt x="68929" y="180130"/>
                </a:lnTo>
                <a:lnTo>
                  <a:pt x="53523" y="219974"/>
                </a:lnTo>
                <a:lnTo>
                  <a:pt x="43119" y="261531"/>
                </a:lnTo>
                <a:lnTo>
                  <a:pt x="38289" y="307662"/>
                </a:lnTo>
                <a:lnTo>
                  <a:pt x="41093" y="352548"/>
                </a:lnTo>
                <a:lnTo>
                  <a:pt x="50958" y="395625"/>
                </a:lnTo>
                <a:lnTo>
                  <a:pt x="67312" y="436329"/>
                </a:lnTo>
                <a:lnTo>
                  <a:pt x="89586" y="474096"/>
                </a:lnTo>
                <a:lnTo>
                  <a:pt x="117206" y="508363"/>
                </a:lnTo>
                <a:lnTo>
                  <a:pt x="149602" y="538566"/>
                </a:lnTo>
                <a:lnTo>
                  <a:pt x="186203" y="564142"/>
                </a:lnTo>
                <a:lnTo>
                  <a:pt x="226435" y="584526"/>
                </a:lnTo>
                <a:lnTo>
                  <a:pt x="269730" y="599154"/>
                </a:lnTo>
                <a:lnTo>
                  <a:pt x="339481" y="608904"/>
                </a:lnTo>
                <a:lnTo>
                  <a:pt x="374734" y="607713"/>
                </a:lnTo>
                <a:lnTo>
                  <a:pt x="409987" y="602484"/>
                </a:lnTo>
                <a:lnTo>
                  <a:pt x="410122" y="635404"/>
                </a:lnTo>
                <a:lnTo>
                  <a:pt x="394560" y="698258"/>
                </a:lnTo>
                <a:lnTo>
                  <a:pt x="355632" y="768172"/>
                </a:lnTo>
                <a:lnTo>
                  <a:pt x="325527" y="806683"/>
                </a:lnTo>
                <a:lnTo>
                  <a:pt x="291580" y="843298"/>
                </a:lnTo>
                <a:lnTo>
                  <a:pt x="255128" y="877732"/>
                </a:lnTo>
                <a:lnTo>
                  <a:pt x="217511" y="909699"/>
                </a:lnTo>
                <a:lnTo>
                  <a:pt x="180067" y="938913"/>
                </a:lnTo>
                <a:lnTo>
                  <a:pt x="136615" y="970035"/>
                </a:lnTo>
                <a:lnTo>
                  <a:pt x="92185" y="999565"/>
                </a:lnTo>
                <a:lnTo>
                  <a:pt x="46679" y="1027546"/>
                </a:lnTo>
                <a:lnTo>
                  <a:pt x="0" y="1054020"/>
                </a:lnTo>
                <a:lnTo>
                  <a:pt x="60951" y="1175953"/>
                </a:lnTo>
                <a:lnTo>
                  <a:pt x="104629" y="1156197"/>
                </a:lnTo>
                <a:lnTo>
                  <a:pt x="147697" y="1135602"/>
                </a:lnTo>
                <a:lnTo>
                  <a:pt x="190186" y="1114154"/>
                </a:lnTo>
                <a:lnTo>
                  <a:pt x="232131" y="1091840"/>
                </a:lnTo>
                <a:lnTo>
                  <a:pt x="273566" y="1068647"/>
                </a:lnTo>
                <a:lnTo>
                  <a:pt x="314523" y="1044562"/>
                </a:lnTo>
                <a:lnTo>
                  <a:pt x="355036" y="1019571"/>
                </a:lnTo>
                <a:lnTo>
                  <a:pt x="394042" y="993973"/>
                </a:lnTo>
                <a:lnTo>
                  <a:pt x="432978" y="966986"/>
                </a:lnTo>
                <a:lnTo>
                  <a:pt x="471461" y="938613"/>
                </a:lnTo>
                <a:lnTo>
                  <a:pt x="509106" y="908854"/>
                </a:lnTo>
                <a:lnTo>
                  <a:pt x="545528" y="877712"/>
                </a:lnTo>
                <a:lnTo>
                  <a:pt x="580343" y="845189"/>
                </a:lnTo>
                <a:lnTo>
                  <a:pt x="613166" y="811287"/>
                </a:lnTo>
                <a:lnTo>
                  <a:pt x="643613" y="776007"/>
                </a:lnTo>
                <a:lnTo>
                  <a:pt x="673989" y="735213"/>
                </a:lnTo>
                <a:lnTo>
                  <a:pt x="700596" y="691905"/>
                </a:lnTo>
                <a:lnTo>
                  <a:pt x="723540" y="642560"/>
                </a:lnTo>
                <a:lnTo>
                  <a:pt x="739747" y="590568"/>
                </a:lnTo>
                <a:lnTo>
                  <a:pt x="754280" y="521490"/>
                </a:lnTo>
                <a:lnTo>
                  <a:pt x="762531" y="451462"/>
                </a:lnTo>
                <a:lnTo>
                  <a:pt x="764259" y="393506"/>
                </a:lnTo>
                <a:lnTo>
                  <a:pt x="763505" y="392647"/>
                </a:lnTo>
                <a:lnTo>
                  <a:pt x="762751" y="368774"/>
                </a:lnTo>
                <a:lnTo>
                  <a:pt x="756824" y="318095"/>
                </a:lnTo>
                <a:lnTo>
                  <a:pt x="745563" y="269158"/>
                </a:lnTo>
                <a:lnTo>
                  <a:pt x="728823" y="222514"/>
                </a:lnTo>
                <a:lnTo>
                  <a:pt x="706463" y="178717"/>
                </a:lnTo>
                <a:lnTo>
                  <a:pt x="678338" y="138321"/>
                </a:lnTo>
                <a:lnTo>
                  <a:pt x="644305" y="101880"/>
                </a:lnTo>
                <a:lnTo>
                  <a:pt x="604222" y="69945"/>
                </a:lnTo>
                <a:lnTo>
                  <a:pt x="558959" y="43471"/>
                </a:lnTo>
                <a:lnTo>
                  <a:pt x="510445" y="23444"/>
                </a:lnTo>
                <a:lnTo>
                  <a:pt x="457890" y="9135"/>
                </a:lnTo>
                <a:lnTo>
                  <a:pt x="404008" y="1486"/>
                </a:lnTo>
                <a:lnTo>
                  <a:pt x="386825" y="722"/>
                </a:lnTo>
                <a:lnTo>
                  <a:pt x="384302" y="429"/>
                </a:lnTo>
                <a:lnTo>
                  <a:pt x="384354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F022EE0A-1B47-20EA-A0C6-C1ECF277B1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21729" y="4160864"/>
            <a:ext cx="14371637" cy="515141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5350"/>
              </a:lnSpc>
              <a:spcBef>
                <a:spcPts val="0"/>
              </a:spcBef>
              <a:defRPr sz="4950"/>
            </a:lvl1pPr>
            <a:lvl2pPr>
              <a:lnSpc>
                <a:spcPts val="5350"/>
              </a:lnSpc>
              <a:defRPr sz="4950"/>
            </a:lvl2pPr>
            <a:lvl3pPr>
              <a:lnSpc>
                <a:spcPts val="5350"/>
              </a:lnSpc>
              <a:defRPr sz="4950"/>
            </a:lvl3pPr>
            <a:lvl4pPr>
              <a:lnSpc>
                <a:spcPts val="5350"/>
              </a:lnSpc>
              <a:defRPr sz="4950"/>
            </a:lvl4pPr>
            <a:lvl5pPr>
              <a:lnSpc>
                <a:spcPts val="5350"/>
              </a:lnSpc>
              <a:defRPr sz="4950"/>
            </a:lvl5pPr>
          </a:lstStyle>
          <a:p>
            <a:pPr lvl="0"/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quote</a:t>
            </a:r>
            <a:r>
              <a:rPr lang="de-DE" dirty="0"/>
              <a:t>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774A103-A7C6-2EC6-01DA-FD622A233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8600" y="9749413"/>
            <a:ext cx="11893550" cy="5001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3850"/>
              </a:lnSpc>
              <a:defRPr sz="3450">
                <a:solidFill>
                  <a:schemeClr val="accent1"/>
                </a:solidFill>
              </a:defRPr>
            </a:lvl1pPr>
            <a:lvl2pPr>
              <a:lnSpc>
                <a:spcPts val="3850"/>
              </a:lnSpc>
              <a:defRPr sz="3450"/>
            </a:lvl2pPr>
            <a:lvl3pPr>
              <a:lnSpc>
                <a:spcPts val="3850"/>
              </a:lnSpc>
              <a:defRPr sz="3450"/>
            </a:lvl3pPr>
            <a:lvl4pPr>
              <a:lnSpc>
                <a:spcPts val="3850"/>
              </a:lnSpc>
              <a:defRPr sz="3450"/>
            </a:lvl4pPr>
            <a:lvl5pPr>
              <a:lnSpc>
                <a:spcPts val="3850"/>
              </a:lnSpc>
              <a:defRPr sz="3450"/>
            </a:lvl5pPr>
          </a:lstStyle>
          <a:p>
            <a:pPr lvl="0"/>
            <a:r>
              <a:rPr lang="de-DE" dirty="0"/>
              <a:t>— Name, 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677583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B6A2AEC-F88D-DFE4-BEE0-DCFB2FE28C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49463" y="3367116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3D1F0EB5-8F22-4427-2941-E6B35D747E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8600" y="436715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558641E9-2C25-859C-1C26-E224F06B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82152" y="336131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Bildplatzhalter 7">
            <a:extLst>
              <a:ext uri="{FF2B5EF4-FFF2-40B4-BE49-F238E27FC236}">
                <a16:creationId xmlns:a16="http://schemas.microsoft.com/office/drawing/2014/main" id="{8AACAFFF-CE27-F255-B6AD-A3BCC210D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46560" y="436715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8" name="Bildplatzhalter 7">
            <a:extLst>
              <a:ext uri="{FF2B5EF4-FFF2-40B4-BE49-F238E27FC236}">
                <a16:creationId xmlns:a16="http://schemas.microsoft.com/office/drawing/2014/main" id="{1473CC0B-016C-FE9B-72F1-7AF82DBC70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01824" y="336131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AF9A30-4477-96B3-A414-849C1218F0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850" y="1488842"/>
            <a:ext cx="19232490" cy="12695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Speaker </a:t>
            </a:r>
            <a:r>
              <a:rPr lang="de-DE" dirty="0" err="1"/>
              <a:t>Introduction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2967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597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5A00423-8986-4890-1449-6BA9CCE9F0E9}"/>
              </a:ext>
            </a:extLst>
          </p:cNvPr>
          <p:cNvSpPr txBox="1"/>
          <p:nvPr userDrawn="1"/>
        </p:nvSpPr>
        <p:spPr>
          <a:xfrm>
            <a:off x="419100" y="1235075"/>
            <a:ext cx="19265900" cy="3169379"/>
          </a:xfrm>
          <a:prstGeom prst="rect">
            <a:avLst/>
          </a:prstGeom>
          <a:noFill/>
        </p:spPr>
        <p:txBody>
          <a:bodyPr wrap="square" lIns="0" tIns="14400" rIns="0" bIns="0">
            <a:spAutoFit/>
          </a:bodyPr>
          <a:lstStyle/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accent1"/>
                </a:solidFill>
                <a:latin typeface="+mj-lt"/>
                <a:cs typeface="Arial"/>
              </a:rPr>
              <a:t>THANK YOU!</a:t>
            </a:r>
          </a:p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tx1"/>
                </a:solidFill>
                <a:latin typeface="+mj-lt"/>
                <a:cs typeface="Arial"/>
              </a:rPr>
              <a:t>Stay in Touch.</a:t>
            </a:r>
            <a:endParaRPr lang="de-DE" sz="12350" dirty="0">
              <a:solidFill>
                <a:schemeClr val="tx1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8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feld 18">
            <a:extLst>
              <a:ext uri="{FF2B5EF4-FFF2-40B4-BE49-F238E27FC236}">
                <a16:creationId xmlns:a16="http://schemas.microsoft.com/office/drawing/2014/main" id="{936DF135-2F9D-81AD-B4E7-5FCF8644FC68}"/>
              </a:ext>
            </a:extLst>
          </p:cNvPr>
          <p:cNvSpPr txBox="1"/>
          <p:nvPr userDrawn="1"/>
        </p:nvSpPr>
        <p:spPr>
          <a:xfrm>
            <a:off x="403225" y="361144"/>
            <a:ext cx="3200400" cy="291540"/>
          </a:xfrm>
          <a:prstGeom prst="rect">
            <a:avLst/>
          </a:prstGeom>
          <a:noFill/>
        </p:spPr>
        <p:txBody>
          <a:bodyPr wrap="square" lIns="0" tIns="14400" rIns="0" bIns="0" rtlCol="0">
            <a:spAutoFit/>
          </a:bodyPr>
          <a:lstStyle/>
          <a:p>
            <a:r>
              <a:rPr lang="de-DE" sz="1800" b="1" i="0" dirty="0" spc="2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BERLIN SCIENCE WEEK</a:t>
            </a:r>
          </a:p>
        </p:txBody>
      </p:sp>
    </p:spTree>
    <p:extLst>
      <p:ext uri="{BB962C8B-B14F-4D97-AF65-F5344CB8AC3E}">
        <p14:creationId xmlns:p14="http://schemas.microsoft.com/office/powerpoint/2010/main" val="96046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48" r:id="rId3"/>
    <p:sldLayoutId id="2147483651" r:id="rId4"/>
    <p:sldLayoutId id="2147483655" r:id="rId5"/>
    <p:sldLayoutId id="2147483657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9" r:id="rId13"/>
    <p:sldLayoutId id="2147483678" r:id="rId14"/>
    <p:sldLayoutId id="2147483691" r:id="rId15"/>
    <p:sldLayoutId id="214748369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35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350" b="1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9900" b="1" i="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4600" b="1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45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4" userDrawn="1">
          <p15:clr>
            <a:srgbClr val="F26B43"/>
          </p15:clr>
        </p15:guide>
        <p15:guide id="2" orient="horz" pos="613" userDrawn="1">
          <p15:clr>
            <a:srgbClr val="F26B43"/>
          </p15:clr>
        </p15:guide>
        <p15:guide id="3" orient="horz" pos="1552" userDrawn="1">
          <p15:clr>
            <a:srgbClr val="F26B43"/>
          </p15:clr>
        </p15:guide>
        <p15:guide id="4" orient="horz" pos="6827" userDrawn="1">
          <p15:clr>
            <a:srgbClr val="F26B43"/>
          </p15:clr>
        </p15:guide>
        <p15:guide id="5" pos="12400" userDrawn="1">
          <p15:clr>
            <a:srgbClr val="F26B43"/>
          </p15:clr>
        </p15:guide>
        <p15:guide id="6" pos="4377" userDrawn="1">
          <p15:clr>
            <a:srgbClr val="F26B43"/>
          </p15:clr>
        </p15:guide>
        <p15:guide id="7" pos="4178" userDrawn="1">
          <p15:clr>
            <a:srgbClr val="F26B43"/>
          </p15:clr>
        </p15:guide>
        <p15:guide id="8" orient="horz" pos="4640" userDrawn="1">
          <p15:clr>
            <a:srgbClr val="F26B43"/>
          </p15:clr>
        </p15:guide>
        <p15:guide id="9" pos="5400" userDrawn="1">
          <p15:clr>
            <a:srgbClr val="F26B43"/>
          </p15:clr>
        </p15:guide>
        <p15:guide id="10" pos="8288" userDrawn="1">
          <p15:clr>
            <a:srgbClr val="F26B43"/>
          </p15:clr>
        </p15:guide>
        <p15:guide id="11" pos="8486" userDrawn="1">
          <p15:clr>
            <a:srgbClr val="F26B43"/>
          </p15:clr>
        </p15:guide>
        <p15:guide id="12" pos="3147" userDrawn="1">
          <p15:clr>
            <a:srgbClr val="F26B43"/>
          </p15:clr>
        </p15:guide>
        <p15:guide id="13" pos="3344" userDrawn="1">
          <p15:clr>
            <a:srgbClr val="F26B43"/>
          </p15:clr>
        </p15:guide>
        <p15:guide id="14" pos="6434" userDrawn="1">
          <p15:clr>
            <a:srgbClr val="F26B43"/>
          </p15:clr>
        </p15:guide>
        <p15:guide id="15" pos="6231" userDrawn="1">
          <p15:clr>
            <a:srgbClr val="F26B43"/>
          </p15:clr>
        </p15:guide>
        <p15:guide id="16" pos="9313" userDrawn="1">
          <p15:clr>
            <a:srgbClr val="F26B43"/>
          </p15:clr>
        </p15:guide>
        <p15:guide id="17" pos="9510" userDrawn="1">
          <p15:clr>
            <a:srgbClr val="F26B43"/>
          </p15:clr>
        </p15:guide>
        <p15:guide id="18" orient="horz" pos="2712" userDrawn="1">
          <p15:clr>
            <a:srgbClr val="F26B43"/>
          </p15:clr>
        </p15:guide>
        <p15:guide id="19" orient="horz" pos="3199" userDrawn="1">
          <p15:clr>
            <a:srgbClr val="F26B43"/>
          </p15:clr>
        </p15:guide>
        <p15:guide id="20" orient="horz" pos="3394" userDrawn="1">
          <p15:clr>
            <a:srgbClr val="F26B43"/>
          </p15:clr>
        </p15:guide>
        <p15:guide id="21" pos="7258" userDrawn="1">
          <p15:clr>
            <a:srgbClr val="F26B43"/>
          </p15:clr>
        </p15:guide>
        <p15:guide id="22" pos="1291" userDrawn="1">
          <p15:clr>
            <a:srgbClr val="F26B43"/>
          </p15:clr>
        </p15:guide>
        <p15:guide id="23" pos="5206" userDrawn="1">
          <p15:clr>
            <a:srgbClr val="F26B43"/>
          </p15:clr>
        </p15:guide>
        <p15:guide id="24" pos="7459" userDrawn="1">
          <p15:clr>
            <a:srgbClr val="F26B43"/>
          </p15:clr>
        </p15:guide>
        <p15:guide id="25" pos="11373" userDrawn="1">
          <p15:clr>
            <a:srgbClr val="F26B43"/>
          </p15:clr>
        </p15:guide>
        <p15:guide id="26" pos="1094" userDrawn="1">
          <p15:clr>
            <a:srgbClr val="F26B43"/>
          </p15:clr>
        </p15:guide>
        <p15:guide id="27" pos="11568" userDrawn="1">
          <p15:clr>
            <a:srgbClr val="F26B43"/>
          </p15:clr>
        </p15:guide>
        <p15:guide id="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image" Target="../media/sw26-night-s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sw26-night-s7-1.jpg"/><Relationship Id="rId3" Type="http://schemas.openxmlformats.org/officeDocument/2006/relationships/image" Target="../media/sw26-night-s7-2.jpg"/><Relationship Id="rId4" Type="http://schemas.openxmlformats.org/officeDocument/2006/relationships/image" Target="../media/sw26-night-s7-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w26-night-s8-1.jpg"/><Relationship Id="rId3" Type="http://schemas.openxmlformats.org/officeDocument/2006/relationships/image" Target="../media/sw26-night-s8-2.jpg"/><Relationship Id="rId4" Type="http://schemas.openxmlformats.org/officeDocument/2006/relationships/image" Target="../media/sw26-night-s8-3.jpg"/><Relationship Id="rId5" Type="http://schemas.openxmlformats.org/officeDocument/2006/relationships/image" Target="../media/sw26-night-s8-4.jp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3" Type="http://schemas.openxmlformats.org/officeDocument/2006/relationships/image" Target="../media/sw26-night-s9.jp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3" Type="http://schemas.openxmlformats.org/officeDocument/2006/relationships/image" Target="../media/sw26-night-s10.jp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3" Type="http://schemas.openxmlformats.org/officeDocument/2006/relationships/image" Target="../media/sw26-night-s11-1.jpg"/><Relationship Id="rId4" Type="http://schemas.openxmlformats.org/officeDocument/2006/relationships/image" Target="../media/sw26-night-s11-2.jp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3" Type="http://schemas.openxmlformats.org/officeDocument/2006/relationships/image" Target="../media/sw26-night-s12-1.jpg"/><Relationship Id="rId4" Type="http://schemas.openxmlformats.org/officeDocument/2006/relationships/image" Target="../media/sw26-night-s12-2.jpg"/><Relationship Id="rId5" Type="http://schemas.openxmlformats.org/officeDocument/2006/relationships/image" Target="../media/sw26-night-s12-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3" Type="http://schemas.openxmlformats.org/officeDocument/2006/relationships/image" Target="../media/sw26-night-avatar-1.jpg"/><Relationship Id="rId4" Type="http://schemas.openxmlformats.org/officeDocument/2006/relationships/image" Target="../media/sw26-night-avatar-2.jpg"/><Relationship Id="rId5" Type="http://schemas.openxmlformats.org/officeDocument/2006/relationships/image" Target="../media/sw26-night-avatar-3.jpg"/><Relationship Id="rId6" Type="http://schemas.openxmlformats.org/officeDocument/2006/relationships/image" Target="../media/sw26-night-avatar-4.jpg"/><Relationship Id="rId7" Type="http://schemas.openxmlformats.org/officeDocument/2006/relationships/image" Target="../media/sw26-night-avatar-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D843A8-63D7-3586-91C4-887BA507BD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6698" y="4206875"/>
            <a:ext cx="19265900" cy="3194898"/>
          </a:xfrm>
        </p:spPr>
        <p:txBody>
          <a:bodyPr/>
          <a:lstStyle/>
          <a:p>
            <a:r>
              <a:rPr lang="de-DE" dirty="0"/>
              <a:t>HERE YOU CAN PUT THE TITLE OF YOUR TALK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C5021-8A27-19AA-14F7-57981DF05CE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2162" y="7355024"/>
            <a:ext cx="19265900" cy="2539157"/>
          </a:xfrm>
        </p:spPr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816386-DC6E-7F25-5F30-3D30AD633B30}"/>
              </a:ext>
            </a:extLst>
          </p:cNvPr>
          <p:cNvSpPr txBox="1"/>
          <p:nvPr/>
        </p:nvSpPr>
        <p:spPr>
          <a:xfrm>
            <a:off x="17932400" y="387755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A88C4B8-7695-6866-158F-CC483F479B9A}"/>
              </a:ext>
            </a:extLst>
          </p:cNvPr>
          <p:cNvSpPr txBox="1"/>
          <p:nvPr/>
        </p:nvSpPr>
        <p:spPr>
          <a:xfrm>
            <a:off x="15603538" y="383441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5D6F4B-3E27-DC6F-2962-BDC1B4161273}"/>
              </a:ext>
            </a:extLst>
          </p:cNvPr>
          <p:cNvSpPr txBox="1"/>
          <p:nvPr/>
        </p:nvSpPr>
        <p:spPr>
          <a:xfrm>
            <a:off x="13274676" y="381884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A14392-C20F-6D20-972D-2A17CB6E6500}"/>
              </a:ext>
            </a:extLst>
          </p:cNvPr>
          <p:cNvSpPr txBox="1"/>
          <p:nvPr/>
        </p:nvSpPr>
        <p:spPr>
          <a:xfrm>
            <a:off x="10949197" y="383441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57BAB8-5ADB-48FA-1FA6-0F19C583C40F}"/>
              </a:ext>
            </a:extLst>
          </p:cNvPr>
          <p:cNvSpPr txBox="1"/>
          <p:nvPr/>
        </p:nvSpPr>
        <p:spPr>
          <a:xfrm>
            <a:off x="8614344" y="383442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</p:spTree>
    <p:extLst>
      <p:ext uri="{BB962C8B-B14F-4D97-AF65-F5344CB8AC3E}">
        <p14:creationId xmlns:p14="http://schemas.microsoft.com/office/powerpoint/2010/main" val="61577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3A2D138-3174-F2D5-5CA3-260AD83E166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8578801" y="5381999"/>
            <a:ext cx="11106200" cy="5455863"/>
          </a:xfrm>
          <a:prstGeom prst="rect">
            <a:avLst/>
          </a:prstGeom>
        </p:spPr>
        <p:txBody>
          <a:bodyPr lIns="0" tIns="0" rIns="0" bIns="0"/>
          <a:lstStyle>
            <a:lvl3pPr marL="0">
              <a:lnSpc>
                <a:spcPts val="5000"/>
              </a:lnSpc>
              <a:spcBef>
                <a:spcPts val="0"/>
              </a:spcBef>
              <a:buFont typeface="+mn-lt"/>
              <a:buAutoNum type="arabicPeriod"/>
              <a:defRPr/>
            </a:lvl3pPr>
          </a:lstStyle>
          <a:p>
            <a:pPr lvl="2"/>
            <a:r>
              <a:rPr lang="de-DE" dirty="0"/>
              <a:t> Intro Topic</a:t>
            </a:r>
          </a:p>
          <a:p>
            <a:pPr lvl="2"/>
            <a:r>
              <a:rPr lang="de-DE" dirty="0"/>
              <a:t> An </a:t>
            </a:r>
            <a:r>
              <a:rPr lang="de-DE" dirty="0" err="1"/>
              <a:t>Interesting</a:t>
            </a:r>
            <a:r>
              <a:rPr lang="de-DE" dirty="0"/>
              <a:t> Take on the Topic</a:t>
            </a:r>
          </a:p>
          <a:p>
            <a:pPr lvl="2"/>
            <a:r>
              <a:rPr lang="de-DE" dirty="0"/>
              <a:t> Main </a:t>
            </a:r>
            <a:r>
              <a:rPr lang="de-DE" dirty="0" err="1"/>
              <a:t>Speaking</a:t>
            </a:r>
            <a:r>
              <a:rPr lang="de-DE" dirty="0"/>
              <a:t> Point 1</a:t>
            </a:r>
          </a:p>
          <a:p>
            <a:pPr lvl="2"/>
            <a:r>
              <a:rPr lang="de-DE" dirty="0"/>
              <a:t> Main </a:t>
            </a:r>
            <a:r>
              <a:rPr lang="de-DE" dirty="0" err="1"/>
              <a:t>Speaking</a:t>
            </a:r>
            <a:r>
              <a:rPr lang="de-DE" dirty="0"/>
              <a:t> Point 2</a:t>
            </a:r>
          </a:p>
          <a:p>
            <a:pPr lvl="2"/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  <a:p>
            <a:pPr lvl="2"/>
            <a:r>
              <a:rPr lang="de-DE" dirty="0"/>
              <a:t> Summary</a:t>
            </a:r>
          </a:p>
          <a:p>
            <a:pPr lvl="2"/>
            <a:r>
              <a:rPr lang="de-DE" dirty="0"/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val="215328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E8377F2-BF2B-29C4-12F2-0B27C619EA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1.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654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B4E891E-A78F-F571-4882-3B7ACD08AD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61EDBC-A07D-27FD-CD7F-C6C4F769B4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E60A96-AE18-535B-AA69-330B32CA7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0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30A0-7C0B-CF94-C62B-542612BA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00703DB-EF7E-0779-C893-3F8BA66D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8676EF-5133-8D71-DC7B-C303B83993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D38419-1132-8A4E-485B-65BFE70424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Add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Maybe it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and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second </a:t>
            </a:r>
            <a:r>
              <a:rPr lang="de-DE" dirty="0" err="1"/>
              <a:t>point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third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</a:t>
            </a:r>
            <a:r>
              <a:rPr lang="de-DE" dirty="0" err="1"/>
              <a:t>It‘s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Add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Maybe it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and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042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FCD12F-5CFE-E4D0-2923-37B83504A2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pPr>
              <a:spcBef>
                <a:spcPts val="0"/>
              </a:spcBef>
            </a:pP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9D90A9-6670-CA12-00C0-5D1DD36871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5078413"/>
            <a:ext cx="9462052" cy="575944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25302" y="4313273"/>
            <a:ext cx="6202326" cy="6524589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3"/>
          <a:stretch>
            <a:fillRect/>
          </a:stretch>
        </p:blipFill>
        <p:spPr>
          <a:xfrm>
            <a:off x="6944436" y="4313273"/>
            <a:ext cx="6202326" cy="6524589"/>
          </a:xfrm>
          <a:prstGeom prst="roundRect">
            <a:avLst/>
          </a:prstGeom>
        </p:spPr>
      </p:pic>
      <p:pic>
        <p:nvPicPr>
          <p:cNvPr id="4" name="Sample image 12" descr="Sample image: replace with your own (right-click &gt; Change Picture)"/>
          <p:cNvPicPr>
            <a:picLocks noGrp="1"/>
          </p:cNvPicPr>
          <p:nvPr>
            <p:ph type="pic" sz="quarter" idx="12"/>
          </p:nvPr>
        </p:nvPicPr>
        <p:blipFill>
          <a:blip r:embed="rId4"/>
          <a:stretch>
            <a:fillRect/>
          </a:stretch>
        </p:blipFill>
        <p:spPr>
          <a:xfrm>
            <a:off x="13485086" y="4313273"/>
            <a:ext cx="6202326" cy="6524589"/>
          </a:xfrm>
          <a:prstGeom prst="round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1E02C77-E2BF-4399-2939-79D7B79A79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20327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25302" y="4313273"/>
            <a:ext cx="4570561" cy="6524589"/>
          </a:xfrm>
          <a:prstGeom prst="roundRect">
            <a:avLst/>
          </a:prstGeom>
        </p:spPr>
      </p:pic>
      <p:pic>
        <p:nvPicPr>
          <p:cNvPr id="3" name="Sample image 15" descr="Sample image: replace with your own (right-click &gt; Change Picture)"/>
          <p:cNvPicPr>
            <a:picLocks noGrp="1"/>
          </p:cNvPicPr>
          <p:nvPr>
            <p:ph type="pic" sz="quarter" idx="15"/>
          </p:nvPr>
        </p:nvPicPr>
        <p:blipFill>
          <a:blip r:embed="rId3"/>
          <a:stretch>
            <a:fillRect/>
          </a:stretch>
        </p:blipFill>
        <p:spPr>
          <a:xfrm>
            <a:off x="5312892" y="4313273"/>
            <a:ext cx="4570561" cy="6524589"/>
          </a:xfrm>
          <a:prstGeom prst="roundRect">
            <a:avLst/>
          </a:prstGeom>
        </p:spPr>
      </p:pic>
      <p:pic>
        <p:nvPicPr>
          <p:cNvPr id="4" name="Sample image 16" descr="Sample image: replace with your own (right-click &gt; Change Picture)"/>
          <p:cNvPicPr>
            <a:picLocks noGrp="1"/>
          </p:cNvPicPr>
          <p:nvPr>
            <p:ph type="pic" sz="quarter" idx="16"/>
          </p:nvPr>
        </p:nvPicPr>
        <p:blipFill>
          <a:blip r:embed="rId4"/>
          <a:stretch>
            <a:fillRect/>
          </a:stretch>
        </p:blipFill>
        <p:spPr>
          <a:xfrm>
            <a:off x="10216666" y="4313273"/>
            <a:ext cx="4570561" cy="6524589"/>
          </a:xfrm>
          <a:prstGeom prst="roundRect">
            <a:avLst/>
          </a:prstGeom>
        </p:spPr>
      </p:pic>
      <p:pic>
        <p:nvPicPr>
          <p:cNvPr id="5" name="Sample image 17" descr="Sample image: replace with your own (right-click &gt; Change Picture)"/>
          <p:cNvPicPr>
            <a:picLocks noGrp="1"/>
          </p:cNvPicPr>
          <p:nvPr>
            <p:ph type="pic" sz="quarter" idx="17"/>
          </p:nvPr>
        </p:nvPicPr>
        <p:blipFill>
          <a:blip r:embed="rId5"/>
          <a:stretch>
            <a:fillRect/>
          </a:stretch>
        </p:blipFill>
        <p:spPr>
          <a:xfrm>
            <a:off x="15120439" y="4313273"/>
            <a:ext cx="4570561" cy="6524589"/>
          </a:xfrm>
          <a:prstGeom prst="round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273A21-3BDD-A4EB-9253-F94B67E978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3808735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r>
              <a:rPr lang="de-DE" dirty="0" err="1"/>
              <a:t>Your</a:t>
            </a:r>
            <a:r>
              <a:rPr lang="de-DE" dirty="0"/>
              <a:t> Key Message.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01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9466411" cy="9864725"/>
          </a:xfrm>
          <a:prstGeom prst="round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F763B0-70FF-EBF6-5774-7785E7006F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catchy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It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 Maybe </a:t>
            </a:r>
          </a:p>
          <a:p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.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job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19259698" cy="98647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9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9466411" cy="9864725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10218589" y="973138"/>
            <a:ext cx="9466411" cy="98647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0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6207273" cy="9864725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6953102" y="973138"/>
            <a:ext cx="6207273" cy="9864725"/>
          </a:xfrm>
          <a:prstGeom prst="roundRect">
            <a:avLst/>
          </a:prstGeom>
        </p:spPr>
      </p:pic>
      <p:pic>
        <p:nvPicPr>
          <p:cNvPr id="4" name="Sample image 12" descr="Sample image: replace with your own (right-click &gt; Change Picture)"/>
          <p:cNvPicPr>
            <a:picLocks noGrp="1"/>
          </p:cNvPicPr>
          <p:nvPr>
            <p:ph type="pic" sz="quarter" idx="12"/>
          </p:nvPr>
        </p:nvPicPr>
        <p:blipFill>
          <a:blip r:embed="rId5"/>
          <a:stretch>
            <a:fillRect/>
          </a:stretch>
        </p:blipFill>
        <p:spPr>
          <a:xfrm>
            <a:off x="13480902" y="973138"/>
            <a:ext cx="6207273" cy="98647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1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073607B-FC43-66A0-989C-1F7DEF9A4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16511-6ABE-2745-8A6F-6CAEBCCB75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POINT A</a:t>
            </a:r>
          </a:p>
          <a:p>
            <a:endParaRPr lang="de-DE" dirty="0"/>
          </a:p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277721-FCD3-2472-D0D0-AC0A86B246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POINT B</a:t>
            </a:r>
          </a:p>
          <a:p>
            <a:endParaRPr lang="de-DE" dirty="0"/>
          </a:p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mi.</a:t>
            </a:r>
          </a:p>
        </p:txBody>
      </p:sp>
    </p:spTree>
    <p:extLst>
      <p:ext uri="{BB962C8B-B14F-4D97-AF65-F5344CB8AC3E}">
        <p14:creationId xmlns:p14="http://schemas.microsoft.com/office/powerpoint/2010/main" val="698778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23D18BD-6524-B342-0FC3-13DFF3CAC4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quote</a:t>
            </a:r>
            <a:r>
              <a:rPr lang="de-DE" dirty="0"/>
              <a:t>. It </a:t>
            </a:r>
            <a:r>
              <a:rPr lang="de-DE" dirty="0" err="1"/>
              <a:t>begins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striking</a:t>
            </a:r>
            <a:r>
              <a:rPr lang="de-DE" dirty="0"/>
              <a:t> </a:t>
            </a:r>
            <a:r>
              <a:rPr lang="de-DE" dirty="0" err="1"/>
              <a:t>observation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moves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brief</a:t>
            </a:r>
            <a:r>
              <a:rPr lang="de-DE" dirty="0"/>
              <a:t> </a:t>
            </a:r>
            <a:r>
              <a:rPr lang="de-DE" dirty="0" err="1"/>
              <a:t>elaboration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it </a:t>
            </a:r>
            <a:r>
              <a:rPr lang="de-DE" dirty="0" err="1"/>
              <a:t>weight</a:t>
            </a:r>
            <a:r>
              <a:rPr lang="de-DE" dirty="0"/>
              <a:t>. It </a:t>
            </a:r>
            <a:r>
              <a:rPr lang="de-DE" dirty="0" err="1"/>
              <a:t>closes</a:t>
            </a:r>
            <a:r>
              <a:rPr lang="de-DE" dirty="0"/>
              <a:t> on a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lingers</a:t>
            </a:r>
            <a:r>
              <a:rPr lang="de-DE" dirty="0"/>
              <a:t>, the </a:t>
            </a:r>
            <a:r>
              <a:rPr lang="de-DE" dirty="0" err="1"/>
              <a:t>kind</a:t>
            </a:r>
            <a:r>
              <a:rPr lang="de-DE" dirty="0"/>
              <a:t> </a:t>
            </a:r>
            <a:r>
              <a:rPr lang="de-DE" dirty="0" err="1"/>
              <a:t>worth</a:t>
            </a:r>
            <a:r>
              <a:rPr lang="de-DE" dirty="0"/>
              <a:t> </a:t>
            </a:r>
            <a:r>
              <a:rPr lang="de-DE" dirty="0" err="1"/>
              <a:t>pulling</a:t>
            </a:r>
            <a:r>
              <a:rPr lang="de-DE" dirty="0"/>
              <a:t> out of a </a:t>
            </a:r>
            <a:r>
              <a:rPr lang="de-DE" dirty="0" err="1"/>
              <a:t>longer</a:t>
            </a:r>
            <a:r>
              <a:rPr lang="de-DE" dirty="0"/>
              <a:t> </a:t>
            </a:r>
            <a:r>
              <a:rPr lang="de-DE" dirty="0" err="1"/>
              <a:t>passage</a:t>
            </a:r>
            <a:r>
              <a:rPr lang="de-DE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EBB933-B555-E9DE-8AE2-CB86FF2473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— Name, 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070848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2049463" y="3367116"/>
            <a:ext cx="2946400" cy="3522979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5308600" y="4367154"/>
            <a:ext cx="2946400" cy="3522979"/>
          </a:xfrm>
          <a:prstGeom prst="roundRect">
            <a:avLst/>
          </a:prstGeom>
        </p:spPr>
      </p:pic>
      <p:pic>
        <p:nvPicPr>
          <p:cNvPr id="4" name="Sample image 12" descr="Sample image: replace with your own (right-click &gt; Change Picture)"/>
          <p:cNvPicPr>
            <a:picLocks noGrp="1"/>
          </p:cNvPicPr>
          <p:nvPr>
            <p:ph type="pic" sz="quarter" idx="12"/>
          </p:nvPr>
        </p:nvPicPr>
        <p:blipFill>
          <a:blip r:embed="rId5"/>
          <a:stretch>
            <a:fillRect/>
          </a:stretch>
        </p:blipFill>
        <p:spPr>
          <a:xfrm>
            <a:off x="8582152" y="3361314"/>
            <a:ext cx="2946400" cy="3522979"/>
          </a:xfrm>
          <a:prstGeom prst="roundRect">
            <a:avLst/>
          </a:prstGeom>
        </p:spPr>
      </p:pic>
      <p:pic>
        <p:nvPicPr>
          <p:cNvPr id="5" name="Sample image 13" descr="Sample image: replace with your own (right-click &gt; Change Picture)"/>
          <p:cNvPicPr>
            <a:picLocks noGrp="1"/>
          </p:cNvPicPr>
          <p:nvPr>
            <p:ph type="pic" sz="quarter" idx="13"/>
          </p:nvPr>
        </p:nvPicPr>
        <p:blipFill>
          <a:blip r:embed="rId6"/>
          <a:stretch>
            <a:fillRect/>
          </a:stretch>
        </p:blipFill>
        <p:spPr>
          <a:xfrm>
            <a:off x="11846560" y="4367154"/>
            <a:ext cx="2946400" cy="3522979"/>
          </a:xfrm>
          <a:prstGeom prst="roundRect">
            <a:avLst/>
          </a:prstGeom>
        </p:spPr>
      </p:pic>
      <p:pic>
        <p:nvPicPr>
          <p:cNvPr id="6" name="Sample image 14" descr="Sample image: replace with your own (right-click &gt; Change Picture)"/>
          <p:cNvPicPr>
            <a:picLocks noGrp="1"/>
          </p:cNvPicPr>
          <p:nvPr>
            <p:ph type="pic" sz="quarter" idx="14"/>
          </p:nvPr>
        </p:nvPicPr>
        <p:blipFill>
          <a:blip r:embed="rId7"/>
          <a:stretch>
            <a:fillRect/>
          </a:stretch>
        </p:blipFill>
        <p:spPr>
          <a:xfrm>
            <a:off x="15101824" y="3361314"/>
            <a:ext cx="2946400" cy="3522979"/>
          </a:xfrm>
          <a:prstGeom prst="round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3189D41-E16F-8510-E0DF-6F3F1D0085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Speaker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A43F73B-FE56-2A8A-9321-0FEFC53F31F2}"/>
              </a:ext>
            </a:extLst>
          </p:cNvPr>
          <p:cNvSpPr/>
          <p:nvPr/>
        </p:nvSpPr>
        <p:spPr>
          <a:xfrm>
            <a:off x="204946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68267D1A-2897-26C2-325D-1DA52604DA36}"/>
              </a:ext>
            </a:extLst>
          </p:cNvPr>
          <p:cNvSpPr txBox="1"/>
          <p:nvPr/>
        </p:nvSpPr>
        <p:spPr>
          <a:xfrm>
            <a:off x="222345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9D909B50-C601-215E-6B41-E0F21DA77C41}"/>
              </a:ext>
            </a:extLst>
          </p:cNvPr>
          <p:cNvSpPr/>
          <p:nvPr/>
        </p:nvSpPr>
        <p:spPr>
          <a:xfrm>
            <a:off x="857218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BE50DAB9-8306-6115-5159-F561BFBDC958}"/>
              </a:ext>
            </a:extLst>
          </p:cNvPr>
          <p:cNvSpPr txBox="1"/>
          <p:nvPr/>
        </p:nvSpPr>
        <p:spPr>
          <a:xfrm>
            <a:off x="874617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94B0640F-5C39-37BC-BA63-C722AA4802AA}"/>
              </a:ext>
            </a:extLst>
          </p:cNvPr>
          <p:cNvSpPr/>
          <p:nvPr/>
        </p:nvSpPr>
        <p:spPr>
          <a:xfrm>
            <a:off x="1510506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C0CF28BD-18F0-0C43-74D1-01E1E506F272}"/>
              </a:ext>
            </a:extLst>
          </p:cNvPr>
          <p:cNvSpPr txBox="1"/>
          <p:nvPr/>
        </p:nvSpPr>
        <p:spPr>
          <a:xfrm>
            <a:off x="1527905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82155C7D-5567-88C4-B2E8-026E99B8EF89}"/>
              </a:ext>
            </a:extLst>
          </p:cNvPr>
          <p:cNvSpPr/>
          <p:nvPr/>
        </p:nvSpPr>
        <p:spPr>
          <a:xfrm>
            <a:off x="5310823" y="8052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B66B1583-7DF9-F2FA-0411-449CC5548219}"/>
              </a:ext>
            </a:extLst>
          </p:cNvPr>
          <p:cNvSpPr txBox="1"/>
          <p:nvPr/>
        </p:nvSpPr>
        <p:spPr>
          <a:xfrm>
            <a:off x="5484813" y="8202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37A1A984-4B20-013E-C7F9-18205384FC0F}"/>
              </a:ext>
            </a:extLst>
          </p:cNvPr>
          <p:cNvSpPr/>
          <p:nvPr/>
        </p:nvSpPr>
        <p:spPr>
          <a:xfrm>
            <a:off x="11833543" y="8052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87A42E63-5045-9850-F969-9BB64861DE63}"/>
              </a:ext>
            </a:extLst>
          </p:cNvPr>
          <p:cNvSpPr txBox="1"/>
          <p:nvPr/>
        </p:nvSpPr>
        <p:spPr>
          <a:xfrm>
            <a:off x="12007533" y="8202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98936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1159F69-FF33-1B48-DAEA-9673F8740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1269578"/>
          </a:xfrm>
        </p:spPr>
        <p:txBody>
          <a:bodyPr/>
          <a:lstStyle/>
          <a:p>
            <a:r>
              <a:rPr lang="de-DE" dirty="0"/>
              <a:t>Data / Chart Title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1B154C09-37F8-E3BC-0B60-3A4B625F9E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049583"/>
              </p:ext>
            </p:extLst>
          </p:nvPr>
        </p:nvGraphicFramePr>
        <p:xfrm>
          <a:off x="2051050" y="3444875"/>
          <a:ext cx="16003588" cy="7392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0867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92759"/>
      </p:ext>
    </p:extLst>
  </p:cSld>
  <p:clrMapOvr>
    <a:masterClrMapping/>
  </p:clrMapOvr>
</p:sld>
</file>

<file path=ppt/theme/theme1.xml><?xml version="1.0" encoding="utf-8"?>
<a:theme xmlns:a="http://schemas.openxmlformats.org/drawingml/2006/main" name="SW26 Night">
  <a:themeElements>
    <a:clrScheme name="SW26 Night">
      <a:dk1>
        <a:srgbClr val="F2EFE9"/>
      </a:dk1>
      <a:lt1>
        <a:srgbClr val="0E1116"/>
      </a:lt1>
      <a:dk2>
        <a:srgbClr val="A3ABB8"/>
      </a:dk2>
      <a:lt2>
        <a:srgbClr val="1D222B"/>
      </a:lt2>
      <a:accent1>
        <a:srgbClr val="FFD95A"/>
      </a:accent1>
      <a:accent2>
        <a:srgbClr val="7DB8FF"/>
      </a:accent2>
      <a:accent3>
        <a:srgbClr val="FF8E72"/>
      </a:accent3>
      <a:accent4>
        <a:srgbClr val="B8A5FF"/>
      </a:accent4>
      <a:accent5>
        <a:srgbClr val="6ED6B4"/>
      </a:accent5>
      <a:accent6>
        <a:srgbClr val="8C95A3"/>
      </a:accent6>
      <a:hlink>
        <a:srgbClr val="FFD95A"/>
      </a:hlink>
      <a:folHlink>
        <a:srgbClr val="B8A5FF"/>
      </a:folHlink>
    </a:clrScheme>
    <a:fontScheme name="SW26 DIN + Avenir">
      <a:majorFont>
        <a:latin typeface="DIN Condensed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venir Next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451</Words>
  <Application>Microsoft Macintosh PowerPoint</Application>
  <PresentationFormat>Benutzerdefiniert</PresentationFormat>
  <Paragraphs>62</Paragraphs>
  <Slides>17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0" baseType="lpstr">
      <vt:lpstr>Aptos</vt:lpstr>
      <vt:lpstr>Arial</vt:lpstr>
      <vt:lpstr>1_Benutzerdefiniertes 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Annika Kiefer</cp:lastModifiedBy>
  <cp:revision>1</cp:revision>
  <dcterms:created xsi:type="dcterms:W3CDTF">2026-08-27T10:37:05Z</dcterms:created>
  <dcterms:modified xsi:type="dcterms:W3CDTF">2026-09-02T14:47:47Z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2026-08-24T00:00:00Z</vt:filetime>
  </property>
  <property fmtid="{D5CDD505-2E9C-101B-9397-08002B2CF9AE}" pid="3" name="Creator">
    <vt:lpwstr>Adobe InDesign 21.5 (Macintosh)</vt:lpwstr>
  </property>
  <property fmtid="{D5CDD505-2E9C-101B-9397-08002B2CF9AE}" pid="4" name="LastSaved">
    <vt:filetime>2026-08-27T00:00:00Z</vt:filetime>
  </property>
  <property fmtid="{D5CDD505-2E9C-101B-9397-08002B2CF9AE}" pid="5" name="Producer">
    <vt:lpwstr>Adobe PDF Library 18.0</vt:lpwstr>
  </property>
</Properties>
</file>